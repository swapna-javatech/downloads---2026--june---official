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Fish Booster Workshop</a:t>
            </a:r>
          </a:p>
          <a:p>
            <a:r>
              <a:t>Reflection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Swapna R</a:t>
            </a:r>
          </a:p>
          <a:p>
            <a:r>
              <a:t>Apologies for the delayed submission.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Be There – Be fully present, listen actively, and build trust.</a:t>
            </a:r>
          </a:p>
          <a:p>
            <a:pPr>
              <a:defRPr sz="2400"/>
            </a:pPr>
            <a:r>
              <a:t>Play – Bring enthusiasm and creativity to work.</a:t>
            </a:r>
          </a:p>
          <a:p>
            <a:pPr>
              <a:defRPr sz="2400"/>
            </a:pPr>
            <a:r>
              <a:t>Make Their Day – Small acts of appreciation create positive impact.</a:t>
            </a:r>
          </a:p>
          <a:p>
            <a:pPr>
              <a:defRPr sz="2400"/>
            </a:pPr>
            <a:r>
              <a:t>Choose Your Attitude – Stay positive and solution-focused.</a:t>
            </a:r>
          </a:p>
          <a:p>
            <a:pPr>
              <a:defRPr sz="2400"/>
            </a:pPr>
            <a:r>
              <a:t>Stretch – Step outside your comfort zone to grow.</a:t>
            </a:r>
          </a:p>
          <a:p>
            <a:pPr>
              <a:defRPr sz="2400"/>
            </a:pPr>
            <a:r>
              <a:t>Support – Help teammates succeed through collaboration.</a:t>
            </a:r>
          </a:p>
          <a:p>
            <a:pPr>
              <a:defRPr sz="2400"/>
            </a:pPr>
            <a:r>
              <a:t>Self-Discipline – Be consistent, accountable, and committed.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workshop reinforced that workplace culture is shaped by our daily actions and mindset.</a:t>
            </a:r>
          </a:p>
          <a:p>
            <a:pPr>
              <a:defRPr sz="2400"/>
            </a:pPr>
            <a:r>
              <a:t>I will consciously apply these principles in my training sessions and interactions with colleagues to create a more positive and supportive work environment.</a:t>
            </a:r>
          </a:p>
          <a:p>
            <a:pPr>
              <a:defRPr sz="2400"/>
            </a:pPr>
            <a:r>
              <a:t>Thank you for the opportunity to participate.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