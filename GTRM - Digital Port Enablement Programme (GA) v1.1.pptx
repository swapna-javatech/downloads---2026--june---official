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34" r:id="rId3"/>
    <p:sldId id="333" r:id="rId4"/>
    <p:sldId id="340" r:id="rId5"/>
    <p:sldId id="341" r:id="rId6"/>
    <p:sldId id="343" r:id="rId7"/>
    <p:sldId id="342" r:id="rId8"/>
    <p:sldId id="344" r:id="rId9"/>
    <p:sldId id="345" r:id="rId10"/>
    <p:sldId id="346" r:id="rId11"/>
    <p:sldId id="347" r:id="rId12"/>
    <p:sldId id="348" r:id="rId13"/>
    <p:sldId id="331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6300"/>
    <a:srgbClr val="9A7500"/>
    <a:srgbClr val="EDBC0C"/>
    <a:srgbClr val="423200"/>
    <a:srgbClr val="7A5D00"/>
    <a:srgbClr val="684F00"/>
    <a:srgbClr val="DAA600"/>
    <a:srgbClr val="B88C00"/>
    <a:srgbClr val="03A032"/>
    <a:srgbClr val="236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0D89D3-AE57-4F30-A7F0-5760E3B6DE65}" v="46" dt="2026-04-12T13:29:30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ke Seam, Chan" userId="e6dc9cd8-84a2-4940-a0d2-6b45acc60911" providerId="ADAL" clId="{CBEFE7C2-4335-4C94-8BA4-B168E031ACB1}"/>
    <pc:docChg chg="undo custSel modSld">
      <pc:chgData name="Yike Seam, Chan" userId="e6dc9cd8-84a2-4940-a0d2-6b45acc60911" providerId="ADAL" clId="{CBEFE7C2-4335-4C94-8BA4-B168E031ACB1}" dt="2026-04-12T13:30:13.444" v="1521" actId="20577"/>
      <pc:docMkLst>
        <pc:docMk/>
      </pc:docMkLst>
      <pc:sldChg chg="modSp mod">
        <pc:chgData name="Yike Seam, Chan" userId="e6dc9cd8-84a2-4940-a0d2-6b45acc60911" providerId="ADAL" clId="{CBEFE7C2-4335-4C94-8BA4-B168E031ACB1}" dt="2026-04-11T16:08:28.894" v="1448" actId="404"/>
        <pc:sldMkLst>
          <pc:docMk/>
          <pc:sldMk cId="1749070902" sldId="333"/>
        </pc:sldMkLst>
        <pc:spChg chg="mod">
          <ac:chgData name="Yike Seam, Chan" userId="e6dc9cd8-84a2-4940-a0d2-6b45acc60911" providerId="ADAL" clId="{CBEFE7C2-4335-4C94-8BA4-B168E031ACB1}" dt="2026-04-11T16:08:28.894" v="1448" actId="404"/>
          <ac:spMkLst>
            <pc:docMk/>
            <pc:sldMk cId="1749070902" sldId="333"/>
            <ac:spMk id="7" creationId="{C920FA59-12FA-A76B-D06C-BCBA33A85973}"/>
          </ac:spMkLst>
        </pc:spChg>
      </pc:sldChg>
      <pc:sldChg chg="addSp delSp modSp mod">
        <pc:chgData name="Yike Seam, Chan" userId="e6dc9cd8-84a2-4940-a0d2-6b45acc60911" providerId="ADAL" clId="{CBEFE7C2-4335-4C94-8BA4-B168E031ACB1}" dt="2026-04-12T13:28:00.304" v="1460" actId="20577"/>
        <pc:sldMkLst>
          <pc:docMk/>
          <pc:sldMk cId="649256993" sldId="334"/>
        </pc:sldMkLst>
        <pc:spChg chg="add mod">
          <ac:chgData name="Yike Seam, Chan" userId="e6dc9cd8-84a2-4940-a0d2-6b45acc60911" providerId="ADAL" clId="{CBEFE7C2-4335-4C94-8BA4-B168E031ACB1}" dt="2026-04-11T16:08:23.505" v="1447"/>
          <ac:spMkLst>
            <pc:docMk/>
            <pc:sldMk cId="649256993" sldId="334"/>
            <ac:spMk id="3" creationId="{13EE6FF3-F2BF-E505-8FDB-1EA9FB722FC6}"/>
          </ac:spMkLst>
        </pc:spChg>
        <pc:spChg chg="add mod">
          <ac:chgData name="Yike Seam, Chan" userId="e6dc9cd8-84a2-4940-a0d2-6b45acc60911" providerId="ADAL" clId="{CBEFE7C2-4335-4C94-8BA4-B168E031ACB1}" dt="2026-04-11T16:08:23.505" v="1447"/>
          <ac:spMkLst>
            <pc:docMk/>
            <pc:sldMk cId="649256993" sldId="334"/>
            <ac:spMk id="5" creationId="{A1790194-238C-92A0-AD86-39B0E7644E5C}"/>
          </ac:spMkLst>
        </pc:spChg>
        <pc:spChg chg="del">
          <ac:chgData name="Yike Seam, Chan" userId="e6dc9cd8-84a2-4940-a0d2-6b45acc60911" providerId="ADAL" clId="{CBEFE7C2-4335-4C94-8BA4-B168E031ACB1}" dt="2026-04-11T16:08:23.097" v="1446" actId="478"/>
          <ac:spMkLst>
            <pc:docMk/>
            <pc:sldMk cId="649256993" sldId="334"/>
            <ac:spMk id="7" creationId="{6565CD53-1D8D-F2AC-99D5-A80D85D6A0CE}"/>
          </ac:spMkLst>
        </pc:spChg>
        <pc:spChg chg="add mod">
          <ac:chgData name="Yike Seam, Chan" userId="e6dc9cd8-84a2-4940-a0d2-6b45acc60911" providerId="ADAL" clId="{CBEFE7C2-4335-4C94-8BA4-B168E031ACB1}" dt="2026-04-11T16:08:23.505" v="1447"/>
          <ac:spMkLst>
            <pc:docMk/>
            <pc:sldMk cId="649256993" sldId="334"/>
            <ac:spMk id="8" creationId="{9BAAAD77-A3DA-74BB-F2A6-BA091F8A03B9}"/>
          </ac:spMkLst>
        </pc:spChg>
        <pc:spChg chg="del">
          <ac:chgData name="Yike Seam, Chan" userId="e6dc9cd8-84a2-4940-a0d2-6b45acc60911" providerId="ADAL" clId="{CBEFE7C2-4335-4C94-8BA4-B168E031ACB1}" dt="2026-04-11T16:08:23.097" v="1446" actId="478"/>
          <ac:spMkLst>
            <pc:docMk/>
            <pc:sldMk cId="649256993" sldId="334"/>
            <ac:spMk id="9" creationId="{7EF5DA37-308E-D2AE-B195-0B1E88996261}"/>
          </ac:spMkLst>
        </pc:spChg>
        <pc:spChg chg="del">
          <ac:chgData name="Yike Seam, Chan" userId="e6dc9cd8-84a2-4940-a0d2-6b45acc60911" providerId="ADAL" clId="{CBEFE7C2-4335-4C94-8BA4-B168E031ACB1}" dt="2026-04-11T16:08:23.097" v="1446" actId="478"/>
          <ac:spMkLst>
            <pc:docMk/>
            <pc:sldMk cId="649256993" sldId="334"/>
            <ac:spMk id="10" creationId="{31C1FB79-F4BE-2299-1409-53DE03F73527}"/>
          </ac:spMkLst>
        </pc:spChg>
        <pc:spChg chg="del">
          <ac:chgData name="Yike Seam, Chan" userId="e6dc9cd8-84a2-4940-a0d2-6b45acc60911" providerId="ADAL" clId="{CBEFE7C2-4335-4C94-8BA4-B168E031ACB1}" dt="2026-04-11T16:08:23.097" v="1446" actId="478"/>
          <ac:spMkLst>
            <pc:docMk/>
            <pc:sldMk cId="649256993" sldId="334"/>
            <ac:spMk id="11" creationId="{F2BD85A3-72DB-7261-C3CD-6D166408FE53}"/>
          </ac:spMkLst>
        </pc:spChg>
        <pc:spChg chg="del">
          <ac:chgData name="Yike Seam, Chan" userId="e6dc9cd8-84a2-4940-a0d2-6b45acc60911" providerId="ADAL" clId="{CBEFE7C2-4335-4C94-8BA4-B168E031ACB1}" dt="2026-04-11T16:08:23.097" v="1446" actId="478"/>
          <ac:spMkLst>
            <pc:docMk/>
            <pc:sldMk cId="649256993" sldId="334"/>
            <ac:spMk id="12" creationId="{D2C4ED39-B3F9-BBCC-DBD6-DCB87E7850BA}"/>
          </ac:spMkLst>
        </pc:spChg>
        <pc:spChg chg="add mod">
          <ac:chgData name="Yike Seam, Chan" userId="e6dc9cd8-84a2-4940-a0d2-6b45acc60911" providerId="ADAL" clId="{CBEFE7C2-4335-4C94-8BA4-B168E031ACB1}" dt="2026-04-11T16:08:23.505" v="1447"/>
          <ac:spMkLst>
            <pc:docMk/>
            <pc:sldMk cId="649256993" sldId="334"/>
            <ac:spMk id="13" creationId="{86300FF6-C3D4-3D1A-0F35-47D0003CE572}"/>
          </ac:spMkLst>
        </pc:spChg>
        <pc:spChg chg="add mod">
          <ac:chgData name="Yike Seam, Chan" userId="e6dc9cd8-84a2-4940-a0d2-6b45acc60911" providerId="ADAL" clId="{CBEFE7C2-4335-4C94-8BA4-B168E031ACB1}" dt="2026-04-11T16:08:23.505" v="1447"/>
          <ac:spMkLst>
            <pc:docMk/>
            <pc:sldMk cId="649256993" sldId="334"/>
            <ac:spMk id="14" creationId="{C8D3F746-DA51-6D25-E217-8371120C2039}"/>
          </ac:spMkLst>
        </pc:spChg>
        <pc:spChg chg="add mod">
          <ac:chgData name="Yike Seam, Chan" userId="e6dc9cd8-84a2-4940-a0d2-6b45acc60911" providerId="ADAL" clId="{CBEFE7C2-4335-4C94-8BA4-B168E031ACB1}" dt="2026-04-12T13:28:00.304" v="1460" actId="20577"/>
          <ac:spMkLst>
            <pc:docMk/>
            <pc:sldMk cId="649256993" sldId="334"/>
            <ac:spMk id="15" creationId="{9B0ADB3B-E1CA-9695-D521-A750A6B0EAD8}"/>
          </ac:spMkLst>
        </pc:spChg>
      </pc:sldChg>
      <pc:sldChg chg="addSp modSp mod">
        <pc:chgData name="Yike Seam, Chan" userId="e6dc9cd8-84a2-4940-a0d2-6b45acc60911" providerId="ADAL" clId="{CBEFE7C2-4335-4C94-8BA4-B168E031ACB1}" dt="2026-04-11T12:58:54.184" v="810" actId="20577"/>
        <pc:sldMkLst>
          <pc:docMk/>
          <pc:sldMk cId="3368931300" sldId="340"/>
        </pc:sldMkLst>
        <pc:spChg chg="add mod">
          <ac:chgData name="Yike Seam, Chan" userId="e6dc9cd8-84a2-4940-a0d2-6b45acc60911" providerId="ADAL" clId="{CBEFE7C2-4335-4C94-8BA4-B168E031ACB1}" dt="2026-04-11T12:58:54.184" v="810" actId="20577"/>
          <ac:spMkLst>
            <pc:docMk/>
            <pc:sldMk cId="3368931300" sldId="340"/>
            <ac:spMk id="3" creationId="{2B41BD49-E6D6-B499-5E16-48CC8CB82300}"/>
          </ac:spMkLst>
        </pc:spChg>
        <pc:spChg chg="mod">
          <ac:chgData name="Yike Seam, Chan" userId="e6dc9cd8-84a2-4940-a0d2-6b45acc60911" providerId="ADAL" clId="{CBEFE7C2-4335-4C94-8BA4-B168E031ACB1}" dt="2026-04-11T12:45:12.282" v="675" actId="1076"/>
          <ac:spMkLst>
            <pc:docMk/>
            <pc:sldMk cId="3368931300" sldId="340"/>
            <ac:spMk id="18" creationId="{C3E1D877-310C-DAD7-2496-390BE5EBA438}"/>
          </ac:spMkLst>
        </pc:spChg>
        <pc:spChg chg="mod">
          <ac:chgData name="Yike Seam, Chan" userId="e6dc9cd8-84a2-4940-a0d2-6b45acc60911" providerId="ADAL" clId="{CBEFE7C2-4335-4C94-8BA4-B168E031ACB1}" dt="2026-04-11T12:44:07.176" v="667" actId="14100"/>
          <ac:spMkLst>
            <pc:docMk/>
            <pc:sldMk cId="3368931300" sldId="340"/>
            <ac:spMk id="21" creationId="{8EE67E52-DC94-4601-D280-8458DDC34E7B}"/>
          </ac:spMkLst>
        </pc:spChg>
        <pc:picChg chg="add mod">
          <ac:chgData name="Yike Seam, Chan" userId="e6dc9cd8-84a2-4940-a0d2-6b45acc60911" providerId="ADAL" clId="{CBEFE7C2-4335-4C94-8BA4-B168E031ACB1}" dt="2026-04-11T12:44:16.916" v="670" actId="1076"/>
          <ac:picMkLst>
            <pc:docMk/>
            <pc:sldMk cId="3368931300" sldId="340"/>
            <ac:picMk id="6" creationId="{4A860A70-DDEA-B31F-59D3-11D6FA0F0071}"/>
          </ac:picMkLst>
        </pc:picChg>
        <pc:picChg chg="add mod">
          <ac:chgData name="Yike Seam, Chan" userId="e6dc9cd8-84a2-4940-a0d2-6b45acc60911" providerId="ADAL" clId="{CBEFE7C2-4335-4C94-8BA4-B168E031ACB1}" dt="2026-04-11T12:44:22.251" v="671" actId="1076"/>
          <ac:picMkLst>
            <pc:docMk/>
            <pc:sldMk cId="3368931300" sldId="340"/>
            <ac:picMk id="8" creationId="{E73FB655-9B82-4879-B5BA-91535923B0DC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1T15:05:33.248" v="1080" actId="14100"/>
        <pc:sldMkLst>
          <pc:docMk/>
          <pc:sldMk cId="339435503" sldId="341"/>
        </pc:sldMkLst>
        <pc:spChg chg="add del mod">
          <ac:chgData name="Yike Seam, Chan" userId="e6dc9cd8-84a2-4940-a0d2-6b45acc60911" providerId="ADAL" clId="{CBEFE7C2-4335-4C94-8BA4-B168E031ACB1}" dt="2026-04-11T11:34:49.781" v="346" actId="478"/>
          <ac:spMkLst>
            <pc:docMk/>
            <pc:sldMk cId="339435503" sldId="341"/>
            <ac:spMk id="3" creationId="{DA79EAC4-EBE4-2A2D-DB44-B64D791DD6AE}"/>
          </ac:spMkLst>
        </pc:spChg>
        <pc:spChg chg="mod">
          <ac:chgData name="Yike Seam, Chan" userId="e6dc9cd8-84a2-4940-a0d2-6b45acc60911" providerId="ADAL" clId="{CBEFE7C2-4335-4C94-8BA4-B168E031ACB1}" dt="2026-04-11T12:47:35.601" v="707" actId="14100"/>
          <ac:spMkLst>
            <pc:docMk/>
            <pc:sldMk cId="339435503" sldId="341"/>
            <ac:spMk id="6" creationId="{EE8994F0-A66E-3D2B-C205-5598CB92E7DE}"/>
          </ac:spMkLst>
        </pc:spChg>
        <pc:spChg chg="del mod">
          <ac:chgData name="Yike Seam, Chan" userId="e6dc9cd8-84a2-4940-a0d2-6b45acc60911" providerId="ADAL" clId="{CBEFE7C2-4335-4C94-8BA4-B168E031ACB1}" dt="2026-04-11T11:19:20.127" v="122"/>
          <ac:spMkLst>
            <pc:docMk/>
            <pc:sldMk cId="339435503" sldId="341"/>
            <ac:spMk id="7" creationId="{A6CDDE1E-D0C1-4A87-7ED8-C967CE5F2600}"/>
          </ac:spMkLst>
        </pc:spChg>
        <pc:spChg chg="del mod">
          <ac:chgData name="Yike Seam, Chan" userId="e6dc9cd8-84a2-4940-a0d2-6b45acc60911" providerId="ADAL" clId="{CBEFE7C2-4335-4C94-8BA4-B168E031ACB1}" dt="2026-04-11T11:19:20.127" v="124"/>
          <ac:spMkLst>
            <pc:docMk/>
            <pc:sldMk cId="339435503" sldId="341"/>
            <ac:spMk id="8" creationId="{36A5D179-48AB-CFE3-19ED-31823A4457A8}"/>
          </ac:spMkLst>
        </pc:spChg>
        <pc:spChg chg="mod">
          <ac:chgData name="Yike Seam, Chan" userId="e6dc9cd8-84a2-4940-a0d2-6b45acc60911" providerId="ADAL" clId="{CBEFE7C2-4335-4C94-8BA4-B168E031ACB1}" dt="2026-04-11T12:47:58.556" v="713" actId="14100"/>
          <ac:spMkLst>
            <pc:docMk/>
            <pc:sldMk cId="339435503" sldId="341"/>
            <ac:spMk id="18" creationId="{3C958317-9FD1-9FD0-7A5F-33CCA9BEABFC}"/>
          </ac:spMkLst>
        </pc:spChg>
        <pc:spChg chg="add mod">
          <ac:chgData name="Yike Seam, Chan" userId="e6dc9cd8-84a2-4940-a0d2-6b45acc60911" providerId="ADAL" clId="{CBEFE7C2-4335-4C94-8BA4-B168E031ACB1}" dt="2026-04-11T11:20:36.169" v="130"/>
          <ac:spMkLst>
            <pc:docMk/>
            <pc:sldMk cId="339435503" sldId="341"/>
            <ac:spMk id="21" creationId="{36CFF553-8B19-DDCE-A5DB-161BED250DA8}"/>
          </ac:spMkLst>
        </pc:spChg>
        <pc:spChg chg="add del mod">
          <ac:chgData name="Yike Seam, Chan" userId="e6dc9cd8-84a2-4940-a0d2-6b45acc60911" providerId="ADAL" clId="{CBEFE7C2-4335-4C94-8BA4-B168E031ACB1}" dt="2026-04-11T11:36:14.242" v="352" actId="478"/>
          <ac:spMkLst>
            <pc:docMk/>
            <pc:sldMk cId="339435503" sldId="341"/>
            <ac:spMk id="22" creationId="{6DE76AEA-23A4-DC15-DDC9-7CAA1BB4391A}"/>
          </ac:spMkLst>
        </pc:spChg>
        <pc:spChg chg="add mod">
          <ac:chgData name="Yike Seam, Chan" userId="e6dc9cd8-84a2-4940-a0d2-6b45acc60911" providerId="ADAL" clId="{CBEFE7C2-4335-4C94-8BA4-B168E031ACB1}" dt="2026-04-11T15:05:33.248" v="1080" actId="14100"/>
          <ac:spMkLst>
            <pc:docMk/>
            <pc:sldMk cId="339435503" sldId="341"/>
            <ac:spMk id="25" creationId="{8E43C044-1939-FAB9-F4FB-F4D1B0D2F09F}"/>
          </ac:spMkLst>
        </pc:spChg>
        <pc:graphicFrameChg chg="add mod">
          <ac:chgData name="Yike Seam, Chan" userId="e6dc9cd8-84a2-4940-a0d2-6b45acc60911" providerId="ADAL" clId="{CBEFE7C2-4335-4C94-8BA4-B168E031ACB1}" dt="2026-04-11T12:51:46.183" v="757"/>
          <ac:graphicFrameMkLst>
            <pc:docMk/>
            <pc:sldMk cId="339435503" sldId="341"/>
            <ac:graphicFrameMk id="28" creationId="{163A8BDD-C171-1A55-C9D6-75FE5E8E0730}"/>
          </ac:graphicFrameMkLst>
        </pc:graphicFrameChg>
        <pc:picChg chg="add del mod">
          <ac:chgData name="Yike Seam, Chan" userId="e6dc9cd8-84a2-4940-a0d2-6b45acc60911" providerId="ADAL" clId="{CBEFE7C2-4335-4C94-8BA4-B168E031ACB1}" dt="2026-04-11T11:34:49.781" v="346" actId="478"/>
          <ac:picMkLst>
            <pc:docMk/>
            <pc:sldMk cId="339435503" sldId="341"/>
            <ac:picMk id="10" creationId="{D61FAA67-ACBE-8FAA-03F8-B7569B95AB31}"/>
          </ac:picMkLst>
        </pc:picChg>
        <pc:picChg chg="add del mod">
          <ac:chgData name="Yike Seam, Chan" userId="e6dc9cd8-84a2-4940-a0d2-6b45acc60911" providerId="ADAL" clId="{CBEFE7C2-4335-4C94-8BA4-B168E031ACB1}" dt="2026-04-11T11:34:49.781" v="346" actId="478"/>
          <ac:picMkLst>
            <pc:docMk/>
            <pc:sldMk cId="339435503" sldId="341"/>
            <ac:picMk id="20" creationId="{45ADB1E0-FB23-3180-5AC6-812984E06B61}"/>
          </ac:picMkLst>
        </pc:picChg>
        <pc:picChg chg="add del mod">
          <ac:chgData name="Yike Seam, Chan" userId="e6dc9cd8-84a2-4940-a0d2-6b45acc60911" providerId="ADAL" clId="{CBEFE7C2-4335-4C94-8BA4-B168E031ACB1}" dt="2026-04-11T11:36:14.242" v="352" actId="478"/>
          <ac:picMkLst>
            <pc:docMk/>
            <pc:sldMk cId="339435503" sldId="341"/>
            <ac:picMk id="23" creationId="{41B729E3-9A40-CCB1-FD02-B6827AEF52B5}"/>
          </ac:picMkLst>
        </pc:picChg>
        <pc:picChg chg="add del mod">
          <ac:chgData name="Yike Seam, Chan" userId="e6dc9cd8-84a2-4940-a0d2-6b45acc60911" providerId="ADAL" clId="{CBEFE7C2-4335-4C94-8BA4-B168E031ACB1}" dt="2026-04-11T11:36:14.242" v="352" actId="478"/>
          <ac:picMkLst>
            <pc:docMk/>
            <pc:sldMk cId="339435503" sldId="341"/>
            <ac:picMk id="24" creationId="{2EE0B8ED-165A-587E-4801-085610CD6C5F}"/>
          </ac:picMkLst>
        </pc:picChg>
        <pc:picChg chg="add mod">
          <ac:chgData name="Yike Seam, Chan" userId="e6dc9cd8-84a2-4940-a0d2-6b45acc60911" providerId="ADAL" clId="{CBEFE7C2-4335-4C94-8BA4-B168E031ACB1}" dt="2026-04-11T12:52:22.638" v="767" actId="1036"/>
          <ac:picMkLst>
            <pc:docMk/>
            <pc:sldMk cId="339435503" sldId="341"/>
            <ac:picMk id="26" creationId="{790E81A4-73F0-7355-85BC-E50D0649FC23}"/>
          </ac:picMkLst>
        </pc:picChg>
        <pc:picChg chg="add mod">
          <ac:chgData name="Yike Seam, Chan" userId="e6dc9cd8-84a2-4940-a0d2-6b45acc60911" providerId="ADAL" clId="{CBEFE7C2-4335-4C94-8BA4-B168E031ACB1}" dt="2026-04-11T12:48:09.499" v="714" actId="1076"/>
          <ac:picMkLst>
            <pc:docMk/>
            <pc:sldMk cId="339435503" sldId="341"/>
            <ac:picMk id="27" creationId="{E25F3494-38D7-F948-94DE-BEBD10BFBFAC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1T15:05:44.737" v="1082" actId="14100"/>
        <pc:sldMkLst>
          <pc:docMk/>
          <pc:sldMk cId="1866150894" sldId="342"/>
        </pc:sldMkLst>
        <pc:spChg chg="add mod">
          <ac:chgData name="Yike Seam, Chan" userId="e6dc9cd8-84a2-4940-a0d2-6b45acc60911" providerId="ADAL" clId="{CBEFE7C2-4335-4C94-8BA4-B168E031ACB1}" dt="2026-04-11T15:05:44.737" v="1082" actId="14100"/>
          <ac:spMkLst>
            <pc:docMk/>
            <pc:sldMk cId="1866150894" sldId="342"/>
            <ac:spMk id="3" creationId="{F087E08D-6849-6A6B-470B-598F424BA178}"/>
          </ac:spMkLst>
        </pc:spChg>
        <pc:spChg chg="mod">
          <ac:chgData name="Yike Seam, Chan" userId="e6dc9cd8-84a2-4940-a0d2-6b45acc60911" providerId="ADAL" clId="{CBEFE7C2-4335-4C94-8BA4-B168E031ACB1}" dt="2026-04-11T13:06:25.515" v="842" actId="14100"/>
          <ac:spMkLst>
            <pc:docMk/>
            <pc:sldMk cId="1866150894" sldId="342"/>
            <ac:spMk id="7" creationId="{ECE0F12A-8912-B697-AEFB-48310DBCE457}"/>
          </ac:spMkLst>
        </pc:spChg>
        <pc:spChg chg="del mod">
          <ac:chgData name="Yike Seam, Chan" userId="e6dc9cd8-84a2-4940-a0d2-6b45acc60911" providerId="ADAL" clId="{CBEFE7C2-4335-4C94-8BA4-B168E031ACB1}" dt="2026-04-11T12:59:56.016" v="816" actId="478"/>
          <ac:spMkLst>
            <pc:docMk/>
            <pc:sldMk cId="1866150894" sldId="342"/>
            <ac:spMk id="8" creationId="{F32EB776-464D-7E69-A27A-EBD3ECE1CF2A}"/>
          </ac:spMkLst>
        </pc:spChg>
        <pc:spChg chg="mod">
          <ac:chgData name="Yike Seam, Chan" userId="e6dc9cd8-84a2-4940-a0d2-6b45acc60911" providerId="ADAL" clId="{CBEFE7C2-4335-4C94-8BA4-B168E031ACB1}" dt="2026-04-11T13:07:26.572" v="851" actId="14100"/>
          <ac:spMkLst>
            <pc:docMk/>
            <pc:sldMk cId="1866150894" sldId="342"/>
            <ac:spMk id="18" creationId="{4C6C2B72-9FD7-B649-404D-2CEF86CB2647}"/>
          </ac:spMkLst>
        </pc:spChg>
        <pc:picChg chg="add mod">
          <ac:chgData name="Yike Seam, Chan" userId="e6dc9cd8-84a2-4940-a0d2-6b45acc60911" providerId="ADAL" clId="{CBEFE7C2-4335-4C94-8BA4-B168E031ACB1}" dt="2026-04-11T13:12:26.818" v="886" actId="1036"/>
          <ac:picMkLst>
            <pc:docMk/>
            <pc:sldMk cId="1866150894" sldId="342"/>
            <ac:picMk id="17" creationId="{499AE3FE-71C5-D89C-AC2F-0E493FE28BA1}"/>
          </ac:picMkLst>
        </pc:picChg>
        <pc:picChg chg="add mod">
          <ac:chgData name="Yike Seam, Chan" userId="e6dc9cd8-84a2-4940-a0d2-6b45acc60911" providerId="ADAL" clId="{CBEFE7C2-4335-4C94-8BA4-B168E031ACB1}" dt="2026-04-11T13:10:27.405" v="858" actId="1076"/>
          <ac:picMkLst>
            <pc:docMk/>
            <pc:sldMk cId="1866150894" sldId="342"/>
            <ac:picMk id="19" creationId="{212A77C6-8419-DC72-4B73-F923DD4E8192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1T15:05:38.920" v="1081" actId="14100"/>
        <pc:sldMkLst>
          <pc:docMk/>
          <pc:sldMk cId="1554414085" sldId="343"/>
        </pc:sldMkLst>
        <pc:spChg chg="mod">
          <ac:chgData name="Yike Seam, Chan" userId="e6dc9cd8-84a2-4940-a0d2-6b45acc60911" providerId="ADAL" clId="{CBEFE7C2-4335-4C94-8BA4-B168E031ACB1}" dt="2026-04-11T12:47:44.212" v="708" actId="21"/>
          <ac:spMkLst>
            <pc:docMk/>
            <pc:sldMk cId="1554414085" sldId="343"/>
            <ac:spMk id="3" creationId="{B445C192-8637-A280-D6A2-C5BBD7CB4EA1}"/>
          </ac:spMkLst>
        </pc:spChg>
        <pc:spChg chg="mod">
          <ac:chgData name="Yike Seam, Chan" userId="e6dc9cd8-84a2-4940-a0d2-6b45acc60911" providerId="ADAL" clId="{CBEFE7C2-4335-4C94-8BA4-B168E031ACB1}" dt="2026-04-11T12:53:50.002" v="791" actId="14100"/>
          <ac:spMkLst>
            <pc:docMk/>
            <pc:sldMk cId="1554414085" sldId="343"/>
            <ac:spMk id="6" creationId="{D5B206C4-D044-94FC-0E17-BD4A4D9920D8}"/>
          </ac:spMkLst>
        </pc:spChg>
        <pc:spChg chg="del mod">
          <ac:chgData name="Yike Seam, Chan" userId="e6dc9cd8-84a2-4940-a0d2-6b45acc60911" providerId="ADAL" clId="{CBEFE7C2-4335-4C94-8BA4-B168E031ACB1}" dt="2026-04-11T11:41:30.705" v="414" actId="478"/>
          <ac:spMkLst>
            <pc:docMk/>
            <pc:sldMk cId="1554414085" sldId="343"/>
            <ac:spMk id="7" creationId="{6B66F48E-B158-501B-5D38-B0B2EABEEDF8}"/>
          </ac:spMkLst>
        </pc:spChg>
        <pc:spChg chg="add mod">
          <ac:chgData name="Yike Seam, Chan" userId="e6dc9cd8-84a2-4940-a0d2-6b45acc60911" providerId="ADAL" clId="{CBEFE7C2-4335-4C94-8BA4-B168E031ACB1}" dt="2026-04-11T15:05:38.920" v="1081" actId="14100"/>
          <ac:spMkLst>
            <pc:docMk/>
            <pc:sldMk cId="1554414085" sldId="343"/>
            <ac:spMk id="8" creationId="{011D286A-6CB0-8A5C-F744-CC296761F28D}"/>
          </ac:spMkLst>
        </pc:spChg>
        <pc:spChg chg="mod">
          <ac:chgData name="Yike Seam, Chan" userId="e6dc9cd8-84a2-4940-a0d2-6b45acc60911" providerId="ADAL" clId="{CBEFE7C2-4335-4C94-8BA4-B168E031ACB1}" dt="2026-04-11T13:04:08.186" v="819" actId="113"/>
          <ac:spMkLst>
            <pc:docMk/>
            <pc:sldMk cId="1554414085" sldId="343"/>
            <ac:spMk id="17" creationId="{0AB3D014-5CCA-FDC8-CED8-A5CBA171E0B3}"/>
          </ac:spMkLst>
        </pc:spChg>
        <pc:picChg chg="add mod">
          <ac:chgData name="Yike Seam, Chan" userId="e6dc9cd8-84a2-4940-a0d2-6b45acc60911" providerId="ADAL" clId="{CBEFE7C2-4335-4C94-8BA4-B168E031ACB1}" dt="2026-04-11T12:59:16.140" v="812" actId="1076"/>
          <ac:picMkLst>
            <pc:docMk/>
            <pc:sldMk cId="1554414085" sldId="343"/>
            <ac:picMk id="18" creationId="{D9F5A2C7-4F7D-E420-E819-3CF7B399A1B5}"/>
          </ac:picMkLst>
        </pc:picChg>
        <pc:picChg chg="add mod">
          <ac:chgData name="Yike Seam, Chan" userId="e6dc9cd8-84a2-4940-a0d2-6b45acc60911" providerId="ADAL" clId="{CBEFE7C2-4335-4C94-8BA4-B168E031ACB1}" dt="2026-04-11T12:59:25.739" v="813" actId="1076"/>
          <ac:picMkLst>
            <pc:docMk/>
            <pc:sldMk cId="1554414085" sldId="343"/>
            <ac:picMk id="19" creationId="{95E3D21A-3630-5D87-09C8-6AB9E6E1E9D8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1T15:05:49.893" v="1083" actId="14100"/>
        <pc:sldMkLst>
          <pc:docMk/>
          <pc:sldMk cId="1074821558" sldId="344"/>
        </pc:sldMkLst>
        <pc:spChg chg="add mod">
          <ac:chgData name="Yike Seam, Chan" userId="e6dc9cd8-84a2-4940-a0d2-6b45acc60911" providerId="ADAL" clId="{CBEFE7C2-4335-4C94-8BA4-B168E031ACB1}" dt="2026-04-11T15:05:49.893" v="1083" actId="14100"/>
          <ac:spMkLst>
            <pc:docMk/>
            <pc:sldMk cId="1074821558" sldId="344"/>
            <ac:spMk id="3" creationId="{044C9DB5-C3E7-C2EF-95BB-8FD17996C230}"/>
          </ac:spMkLst>
        </pc:spChg>
        <pc:spChg chg="mod">
          <ac:chgData name="Yike Seam, Chan" userId="e6dc9cd8-84a2-4940-a0d2-6b45acc60911" providerId="ADAL" clId="{CBEFE7C2-4335-4C94-8BA4-B168E031ACB1}" dt="2026-04-11T13:04:14.225" v="821" actId="113"/>
          <ac:spMkLst>
            <pc:docMk/>
            <pc:sldMk cId="1074821558" sldId="344"/>
            <ac:spMk id="6" creationId="{21A1BF97-0001-5E2B-004D-73ACC1D1C23D}"/>
          </ac:spMkLst>
        </pc:spChg>
        <pc:spChg chg="mod">
          <ac:chgData name="Yike Seam, Chan" userId="e6dc9cd8-84a2-4940-a0d2-6b45acc60911" providerId="ADAL" clId="{CBEFE7C2-4335-4C94-8BA4-B168E031ACB1}" dt="2026-04-11T13:09:13.086" v="856" actId="14100"/>
          <ac:spMkLst>
            <pc:docMk/>
            <pc:sldMk cId="1074821558" sldId="344"/>
            <ac:spMk id="7" creationId="{4778C9EC-512C-831C-413C-E6957FB142E2}"/>
          </ac:spMkLst>
        </pc:spChg>
        <pc:spChg chg="del mod">
          <ac:chgData name="Yike Seam, Chan" userId="e6dc9cd8-84a2-4940-a0d2-6b45acc60911" providerId="ADAL" clId="{CBEFE7C2-4335-4C94-8BA4-B168E031ACB1}" dt="2026-04-11T13:09:00.116" v="854" actId="478"/>
          <ac:spMkLst>
            <pc:docMk/>
            <pc:sldMk cId="1074821558" sldId="344"/>
            <ac:spMk id="8" creationId="{0091517B-9361-F494-8CC6-8E8ACCDB4496}"/>
          </ac:spMkLst>
        </pc:spChg>
        <pc:spChg chg="mod">
          <ac:chgData name="Yike Seam, Chan" userId="e6dc9cd8-84a2-4940-a0d2-6b45acc60911" providerId="ADAL" clId="{CBEFE7C2-4335-4C94-8BA4-B168E031ACB1}" dt="2026-04-11T13:07:31.726" v="852" actId="6549"/>
          <ac:spMkLst>
            <pc:docMk/>
            <pc:sldMk cId="1074821558" sldId="344"/>
            <ac:spMk id="18" creationId="{CC31F882-CBC1-6C99-6DB1-B3F433A5D72E}"/>
          </ac:spMkLst>
        </pc:spChg>
        <pc:spChg chg="add mod">
          <ac:chgData name="Yike Seam, Chan" userId="e6dc9cd8-84a2-4940-a0d2-6b45acc60911" providerId="ADAL" clId="{CBEFE7C2-4335-4C94-8BA4-B168E031ACB1}" dt="2026-04-11T13:26:22.926" v="1036" actId="571"/>
          <ac:spMkLst>
            <pc:docMk/>
            <pc:sldMk cId="1074821558" sldId="344"/>
            <ac:spMk id="20" creationId="{93782E78-1E18-0418-F2F6-10295907180C}"/>
          </ac:spMkLst>
        </pc:spChg>
        <pc:picChg chg="add mod">
          <ac:chgData name="Yike Seam, Chan" userId="e6dc9cd8-84a2-4940-a0d2-6b45acc60911" providerId="ADAL" clId="{CBEFE7C2-4335-4C94-8BA4-B168E031ACB1}" dt="2026-04-11T13:13:31.784" v="919" actId="1035"/>
          <ac:picMkLst>
            <pc:docMk/>
            <pc:sldMk cId="1074821558" sldId="344"/>
            <ac:picMk id="17" creationId="{083F095A-050A-57DF-13F5-290451C6F730}"/>
          </ac:picMkLst>
        </pc:picChg>
        <pc:picChg chg="add mod">
          <ac:chgData name="Yike Seam, Chan" userId="e6dc9cd8-84a2-4940-a0d2-6b45acc60911" providerId="ADAL" clId="{CBEFE7C2-4335-4C94-8BA4-B168E031ACB1}" dt="2026-04-11T13:12:39.575" v="888" actId="1076"/>
          <ac:picMkLst>
            <pc:docMk/>
            <pc:sldMk cId="1074821558" sldId="344"/>
            <ac:picMk id="19" creationId="{76E0C2FE-9C5C-263E-CD35-43F5126550C5}"/>
          </ac:picMkLst>
        </pc:picChg>
        <pc:picChg chg="add mod">
          <ac:chgData name="Yike Seam, Chan" userId="e6dc9cd8-84a2-4940-a0d2-6b45acc60911" providerId="ADAL" clId="{CBEFE7C2-4335-4C94-8BA4-B168E031ACB1}" dt="2026-04-11T13:26:22.926" v="1036" actId="571"/>
          <ac:picMkLst>
            <pc:docMk/>
            <pc:sldMk cId="1074821558" sldId="344"/>
            <ac:picMk id="21" creationId="{0C5C3CC7-9D65-A66E-A2A1-907D0331BBAC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1T15:05:54.416" v="1084" actId="14100"/>
        <pc:sldMkLst>
          <pc:docMk/>
          <pc:sldMk cId="1761090759" sldId="345"/>
        </pc:sldMkLst>
        <pc:spChg chg="add mod">
          <ac:chgData name="Yike Seam, Chan" userId="e6dc9cd8-84a2-4940-a0d2-6b45acc60911" providerId="ADAL" clId="{CBEFE7C2-4335-4C94-8BA4-B168E031ACB1}" dt="2026-04-11T15:05:54.416" v="1084" actId="14100"/>
          <ac:spMkLst>
            <pc:docMk/>
            <pc:sldMk cId="1761090759" sldId="345"/>
            <ac:spMk id="3" creationId="{768A40E0-D415-4FD9-D409-BF7332B61D45}"/>
          </ac:spMkLst>
        </pc:spChg>
        <pc:spChg chg="mod">
          <ac:chgData name="Yike Seam, Chan" userId="e6dc9cd8-84a2-4940-a0d2-6b45acc60911" providerId="ADAL" clId="{CBEFE7C2-4335-4C94-8BA4-B168E031ACB1}" dt="2026-04-11T13:16:10.618" v="951" actId="14100"/>
          <ac:spMkLst>
            <pc:docMk/>
            <pc:sldMk cId="1761090759" sldId="345"/>
            <ac:spMk id="7" creationId="{D7D383DB-8DE2-9EF0-6319-639C201A96D7}"/>
          </ac:spMkLst>
        </pc:spChg>
        <pc:spChg chg="del mod">
          <ac:chgData name="Yike Seam, Chan" userId="e6dc9cd8-84a2-4940-a0d2-6b45acc60911" providerId="ADAL" clId="{CBEFE7C2-4335-4C94-8BA4-B168E031ACB1}" dt="2026-04-11T13:16:03.847" v="950" actId="478"/>
          <ac:spMkLst>
            <pc:docMk/>
            <pc:sldMk cId="1761090759" sldId="345"/>
            <ac:spMk id="8" creationId="{0E102368-A093-2696-EB6B-518DF9B09714}"/>
          </ac:spMkLst>
        </pc:spChg>
        <pc:spChg chg="mod">
          <ac:chgData name="Yike Seam, Chan" userId="e6dc9cd8-84a2-4940-a0d2-6b45acc60911" providerId="ADAL" clId="{CBEFE7C2-4335-4C94-8BA4-B168E031ACB1}" dt="2026-04-11T13:17:43.757" v="954" actId="313"/>
          <ac:spMkLst>
            <pc:docMk/>
            <pc:sldMk cId="1761090759" sldId="345"/>
            <ac:spMk id="18" creationId="{43971A46-48B9-E3F1-DFDF-C27F48660024}"/>
          </ac:spMkLst>
        </pc:spChg>
        <pc:picChg chg="add mod">
          <ac:chgData name="Yike Seam, Chan" userId="e6dc9cd8-84a2-4940-a0d2-6b45acc60911" providerId="ADAL" clId="{CBEFE7C2-4335-4C94-8BA4-B168E031ACB1}" dt="2026-04-11T13:17:37.793" v="953" actId="1076"/>
          <ac:picMkLst>
            <pc:docMk/>
            <pc:sldMk cId="1761090759" sldId="345"/>
            <ac:picMk id="17" creationId="{BB17309A-2C96-2FD3-5866-66B92003F59F}"/>
          </ac:picMkLst>
        </pc:picChg>
        <pc:picChg chg="add mod">
          <ac:chgData name="Yike Seam, Chan" userId="e6dc9cd8-84a2-4940-a0d2-6b45acc60911" providerId="ADAL" clId="{CBEFE7C2-4335-4C94-8BA4-B168E031ACB1}" dt="2026-04-11T13:17:37.793" v="953" actId="1076"/>
          <ac:picMkLst>
            <pc:docMk/>
            <pc:sldMk cId="1761090759" sldId="345"/>
            <ac:picMk id="19" creationId="{E3CDF512-42C1-5039-BB1E-20BE4F68D3A0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2T13:30:13.444" v="1521" actId="20577"/>
        <pc:sldMkLst>
          <pc:docMk/>
          <pc:sldMk cId="3088299951" sldId="346"/>
        </pc:sldMkLst>
        <pc:spChg chg="add mod">
          <ac:chgData name="Yike Seam, Chan" userId="e6dc9cd8-84a2-4940-a0d2-6b45acc60911" providerId="ADAL" clId="{CBEFE7C2-4335-4C94-8BA4-B168E031ACB1}" dt="2026-04-11T13:26:09.219" v="1034" actId="1076"/>
          <ac:spMkLst>
            <pc:docMk/>
            <pc:sldMk cId="3088299951" sldId="346"/>
            <ac:spMk id="3" creationId="{EC643A8C-FAF8-8FF6-E786-077968C655C0}"/>
          </ac:spMkLst>
        </pc:spChg>
        <pc:spChg chg="mod">
          <ac:chgData name="Yike Seam, Chan" userId="e6dc9cd8-84a2-4940-a0d2-6b45acc60911" providerId="ADAL" clId="{CBEFE7C2-4335-4C94-8BA4-B168E031ACB1}" dt="2026-04-11T15:06:25.723" v="1089" actId="14100"/>
          <ac:spMkLst>
            <pc:docMk/>
            <pc:sldMk cId="3088299951" sldId="346"/>
            <ac:spMk id="7" creationId="{0765D2AA-4474-E378-5B19-26E3748522D0}"/>
          </ac:spMkLst>
        </pc:spChg>
        <pc:spChg chg="del mod">
          <ac:chgData name="Yike Seam, Chan" userId="e6dc9cd8-84a2-4940-a0d2-6b45acc60911" providerId="ADAL" clId="{CBEFE7C2-4335-4C94-8BA4-B168E031ACB1}" dt="2026-04-11T13:25:39.127" v="1029" actId="478"/>
          <ac:spMkLst>
            <pc:docMk/>
            <pc:sldMk cId="3088299951" sldId="346"/>
            <ac:spMk id="8" creationId="{AAD7DEAF-BB18-27E4-21DA-EA28B30156B1}"/>
          </ac:spMkLst>
        </pc:spChg>
        <pc:spChg chg="mod">
          <ac:chgData name="Yike Seam, Chan" userId="e6dc9cd8-84a2-4940-a0d2-6b45acc60911" providerId="ADAL" clId="{CBEFE7C2-4335-4C94-8BA4-B168E031ACB1}" dt="2026-04-12T13:30:13.444" v="1521" actId="20577"/>
          <ac:spMkLst>
            <pc:docMk/>
            <pc:sldMk cId="3088299951" sldId="346"/>
            <ac:spMk id="18" creationId="{C81FA983-F1CF-CC4B-A343-E48AFA444410}"/>
          </ac:spMkLst>
        </pc:spChg>
        <pc:spChg chg="add mod">
          <ac:chgData name="Yike Seam, Chan" userId="e6dc9cd8-84a2-4940-a0d2-6b45acc60911" providerId="ADAL" clId="{CBEFE7C2-4335-4C94-8BA4-B168E031ACB1}" dt="2026-04-11T15:06:23.735" v="1088" actId="14100"/>
          <ac:spMkLst>
            <pc:docMk/>
            <pc:sldMk cId="3088299951" sldId="346"/>
            <ac:spMk id="20" creationId="{1E92E021-E93F-8C2F-F4FC-DFF0208F8EF4}"/>
          </ac:spMkLst>
        </pc:spChg>
        <pc:picChg chg="add mod">
          <ac:chgData name="Yike Seam, Chan" userId="e6dc9cd8-84a2-4940-a0d2-6b45acc60911" providerId="ADAL" clId="{CBEFE7C2-4335-4C94-8BA4-B168E031ACB1}" dt="2026-04-11T13:26:09.219" v="1034" actId="1076"/>
          <ac:picMkLst>
            <pc:docMk/>
            <pc:sldMk cId="3088299951" sldId="346"/>
            <ac:picMk id="17" creationId="{CDBDE243-422B-786D-37BB-DFDD65A1635C}"/>
          </ac:picMkLst>
        </pc:picChg>
        <pc:picChg chg="add mod">
          <ac:chgData name="Yike Seam, Chan" userId="e6dc9cd8-84a2-4940-a0d2-6b45acc60911" providerId="ADAL" clId="{CBEFE7C2-4335-4C94-8BA4-B168E031ACB1}" dt="2026-04-11T13:26:09.219" v="1034" actId="1076"/>
          <ac:picMkLst>
            <pc:docMk/>
            <pc:sldMk cId="3088299951" sldId="346"/>
            <ac:picMk id="19" creationId="{1EDD4925-D02B-0266-3302-006661E04D48}"/>
          </ac:picMkLst>
        </pc:picChg>
        <pc:picChg chg="add mod">
          <ac:chgData name="Yike Seam, Chan" userId="e6dc9cd8-84a2-4940-a0d2-6b45acc60911" providerId="ADAL" clId="{CBEFE7C2-4335-4C94-8BA4-B168E031ACB1}" dt="2026-04-11T15:08:36.653" v="1109" actId="1036"/>
          <ac:picMkLst>
            <pc:docMk/>
            <pc:sldMk cId="3088299951" sldId="346"/>
            <ac:picMk id="21" creationId="{BAD92B02-D2D0-8BAD-6E37-336C7966978B}"/>
          </ac:picMkLst>
        </pc:picChg>
        <pc:picChg chg="add mod">
          <ac:chgData name="Yike Seam, Chan" userId="e6dc9cd8-84a2-4940-a0d2-6b45acc60911" providerId="ADAL" clId="{CBEFE7C2-4335-4C94-8BA4-B168E031ACB1}" dt="2026-04-11T15:08:32.557" v="1102" actId="1036"/>
          <ac:picMkLst>
            <pc:docMk/>
            <pc:sldMk cId="3088299951" sldId="346"/>
            <ac:picMk id="22" creationId="{E34A7342-0736-DCCD-8453-678F1DD990CB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1T15:55:06.225" v="1444" actId="14100"/>
        <pc:sldMkLst>
          <pc:docMk/>
          <pc:sldMk cId="1638288442" sldId="347"/>
        </pc:sldMkLst>
        <pc:spChg chg="mod">
          <ac:chgData name="Yike Seam, Chan" userId="e6dc9cd8-84a2-4940-a0d2-6b45acc60911" providerId="ADAL" clId="{CBEFE7C2-4335-4C94-8BA4-B168E031ACB1}" dt="2026-04-11T15:54:49.684" v="1439" actId="1036"/>
          <ac:spMkLst>
            <pc:docMk/>
            <pc:sldMk cId="1638288442" sldId="347"/>
            <ac:spMk id="7" creationId="{676682CF-D470-6C4A-2312-8655A0A024FC}"/>
          </ac:spMkLst>
        </pc:spChg>
        <pc:spChg chg="del mod">
          <ac:chgData name="Yike Seam, Chan" userId="e6dc9cd8-84a2-4940-a0d2-6b45acc60911" providerId="ADAL" clId="{CBEFE7C2-4335-4C94-8BA4-B168E031ACB1}" dt="2026-04-11T15:06:37.641" v="1091" actId="478"/>
          <ac:spMkLst>
            <pc:docMk/>
            <pc:sldMk cId="1638288442" sldId="347"/>
            <ac:spMk id="8" creationId="{3D98E60F-71C9-BC66-101C-CB77DF0E886C}"/>
          </ac:spMkLst>
        </pc:spChg>
        <pc:spChg chg="add del">
          <ac:chgData name="Yike Seam, Chan" userId="e6dc9cd8-84a2-4940-a0d2-6b45acc60911" providerId="ADAL" clId="{CBEFE7C2-4335-4C94-8BA4-B168E031ACB1}" dt="2026-04-11T15:06:40.745" v="1093" actId="22"/>
          <ac:spMkLst>
            <pc:docMk/>
            <pc:sldMk cId="1638288442" sldId="347"/>
            <ac:spMk id="17" creationId="{0A2BE5DD-4DE2-10C1-1C04-C52B2DAA006E}"/>
          </ac:spMkLst>
        </pc:spChg>
        <pc:spChg chg="mod">
          <ac:chgData name="Yike Seam, Chan" userId="e6dc9cd8-84a2-4940-a0d2-6b45acc60911" providerId="ADAL" clId="{CBEFE7C2-4335-4C94-8BA4-B168E031ACB1}" dt="2026-04-11T12:46:30.222" v="694" actId="1076"/>
          <ac:spMkLst>
            <pc:docMk/>
            <pc:sldMk cId="1638288442" sldId="347"/>
            <ac:spMk id="18" creationId="{1C81C3B9-E49F-C623-CEDF-5CACD1C4F496}"/>
          </ac:spMkLst>
        </pc:spChg>
        <pc:spChg chg="add mod">
          <ac:chgData name="Yike Seam, Chan" userId="e6dc9cd8-84a2-4940-a0d2-6b45acc60911" providerId="ADAL" clId="{CBEFE7C2-4335-4C94-8BA4-B168E031ACB1}" dt="2026-04-11T15:55:06.225" v="1444" actId="14100"/>
          <ac:spMkLst>
            <pc:docMk/>
            <pc:sldMk cId="1638288442" sldId="347"/>
            <ac:spMk id="19" creationId="{DCEFAADD-1870-7F76-3A87-49299124CAE0}"/>
          </ac:spMkLst>
        </pc:spChg>
        <pc:picChg chg="add mod">
          <ac:chgData name="Yike Seam, Chan" userId="e6dc9cd8-84a2-4940-a0d2-6b45acc60911" providerId="ADAL" clId="{CBEFE7C2-4335-4C94-8BA4-B168E031ACB1}" dt="2026-04-11T15:54:57.522" v="1443" actId="1035"/>
          <ac:picMkLst>
            <pc:docMk/>
            <pc:sldMk cId="1638288442" sldId="347"/>
            <ac:picMk id="20" creationId="{06FC7C99-2AD2-0656-6710-12DCA48F1501}"/>
          </ac:picMkLst>
        </pc:picChg>
        <pc:picChg chg="add mod">
          <ac:chgData name="Yike Seam, Chan" userId="e6dc9cd8-84a2-4940-a0d2-6b45acc60911" providerId="ADAL" clId="{CBEFE7C2-4335-4C94-8BA4-B168E031ACB1}" dt="2026-04-11T15:54:54.708" v="1441" actId="1035"/>
          <ac:picMkLst>
            <pc:docMk/>
            <pc:sldMk cId="1638288442" sldId="347"/>
            <ac:picMk id="21" creationId="{ECC0F7E5-C7C9-9C17-259E-7AFD521D28F0}"/>
          </ac:picMkLst>
        </pc:picChg>
      </pc:sldChg>
      <pc:sldChg chg="addSp delSp modSp mod">
        <pc:chgData name="Yike Seam, Chan" userId="e6dc9cd8-84a2-4940-a0d2-6b45acc60911" providerId="ADAL" clId="{CBEFE7C2-4335-4C94-8BA4-B168E031ACB1}" dt="2026-04-11T15:55:35.558" v="1445" actId="478"/>
        <pc:sldMkLst>
          <pc:docMk/>
          <pc:sldMk cId="1716275540" sldId="348"/>
        </pc:sldMkLst>
        <pc:spChg chg="add del mod">
          <ac:chgData name="Yike Seam, Chan" userId="e6dc9cd8-84a2-4940-a0d2-6b45acc60911" providerId="ADAL" clId="{CBEFE7C2-4335-4C94-8BA4-B168E031ACB1}" dt="2026-04-11T15:55:35.558" v="1445" actId="478"/>
          <ac:spMkLst>
            <pc:docMk/>
            <pc:sldMk cId="1716275540" sldId="348"/>
            <ac:spMk id="3" creationId="{1CC82B25-C874-0BE3-342E-7E8791FDCB97}"/>
          </ac:spMkLst>
        </pc:spChg>
        <pc:spChg chg="del">
          <ac:chgData name="Yike Seam, Chan" userId="e6dc9cd8-84a2-4940-a0d2-6b45acc60911" providerId="ADAL" clId="{CBEFE7C2-4335-4C94-8BA4-B168E031ACB1}" dt="2026-04-11T12:46:46.562" v="702" actId="478"/>
          <ac:spMkLst>
            <pc:docMk/>
            <pc:sldMk cId="1716275540" sldId="348"/>
            <ac:spMk id="8" creationId="{09E97DA8-DD58-825A-B7A2-B54FA70D4C51}"/>
          </ac:spMkLst>
        </pc:spChg>
        <pc:spChg chg="mod">
          <ac:chgData name="Yike Seam, Chan" userId="e6dc9cd8-84a2-4940-a0d2-6b45acc60911" providerId="ADAL" clId="{CBEFE7C2-4335-4C94-8BA4-B168E031ACB1}" dt="2026-04-11T12:46:43.210" v="701" actId="1076"/>
          <ac:spMkLst>
            <pc:docMk/>
            <pc:sldMk cId="1716275540" sldId="348"/>
            <ac:spMk id="18" creationId="{EF3BB36E-0F25-36A0-3497-7A2A4AAADC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E25D9-7ED2-4A13-A0B1-BC7D8EBA53B4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C7BB-2DB7-40FA-A3FD-17B919F83E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069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F750-0261-C0F2-6633-7FCA7AEBE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4BC64-C2C4-3889-47A1-E1EAB2C31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C9E79-4EC4-0C0B-4037-F7FB6D0E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1C8B-6DF8-3A63-392A-E565EE8A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9C423-CFB4-EDF3-B7EE-CD37C2759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155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B81C-37B7-257A-9BCA-D1E92143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89292-D098-54DD-82C3-59C0A0616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03B29-A39D-6DDD-BC45-398914370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C757F-1EA4-33A3-61C3-D6D8EF9E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2BDC0-9244-9D59-8FFA-8F84D408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311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55AA-0B2A-C9CF-5ED2-63AC3405E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2D1B3-D4CC-3168-6397-8521E39DD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AB32-57EE-ADBC-EC2D-53B9D16B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79D5-675A-7063-FF14-92794362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C154-66E2-16ED-875C-F47B8DF5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105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B243-DF12-6DD1-067B-2DDD66FD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F4CAF-D515-BD9C-AC19-6F18DAF92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9F0B2-EF63-9B29-005E-193D71630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FCD32-9843-7426-91E1-3FB16835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704C6-FA6A-D907-1534-E1905B96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E5CF9-B70F-D1E9-0F9B-F651B5D1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906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607E-C39E-622D-DDC6-25B63BC0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40C6B-2C68-FF58-B84B-14BF66665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BA377-61BE-E8CB-67C4-C31D50CF3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CB7DD-41A5-8E61-EF6D-FF1E9D9C6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01368-456E-F0DF-F74D-4050FC0DB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A98DF-C706-65D9-D26A-A6F5D3E9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500CD-F54D-9714-5F3B-0246B057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D66FD-6120-57F2-1DF7-A7E1B4B8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169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5EFF3-09CA-51AB-6AE1-124F21C6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653B2-8D1C-8E7B-14AD-1811E82F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46505-C900-7DAA-678E-B66A6BA7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15B48-CF8B-7DEB-E150-3937F3C6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583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B3EAA-9B38-0C84-6493-992AA6ED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0D250-D7BA-B601-256B-0806BA528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CDF9A-0DD1-46EA-2734-B07CDCEA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794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26D41-45C2-B382-4182-AB3E8323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52F75-BC89-2554-DCF7-3E0CE22A2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3FFBA-F65E-C1AF-398B-A45296723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2FEAA-1D22-34B8-E498-BFDE4EB2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76A11-81FB-DFC3-631E-5E7C8C59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6C2D-E23F-F418-C599-DC858EB1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8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7366-6634-87AD-763A-E003FAFD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1181B-1899-92C7-6A47-61B574D42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31496-069D-EB0C-86DC-A96E76D2D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A0845-5547-5D44-299C-2E3AA931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AD1B7-3E77-A375-B4D4-E2E18349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A1845-D286-4E12-A441-0AC6BF63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441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1ABB-6854-61D9-E8BE-F6FEABE9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6CBA7-C126-C1C4-D96E-BED5EAAFF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B3CB2-1957-E960-F5AA-CC19FBF3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9542F-DA32-AB5C-B5FF-4888C511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F9627-1C7F-A78E-5B03-3336EDC7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104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489B2-DB47-A055-3112-498C7D6F2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22EF9-3983-481D-F628-CE2B0D883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228C7-15AD-43D2-DD51-EBD322B1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82863-E4DF-1CA9-4554-1675C348D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277C3-12CA-C1F9-AE12-D9EF43BB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6795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ront Cov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A71992C-9858-895E-3BFD-A0049C177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10B606C-86A1-B415-9229-201822E6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2"/>
            <a:ext cx="6035040" cy="123110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1" spc="-180" baseline="0">
                <a:latin typeface="Silka" panose="00000500000000000000" pitchFamily="50" charset="0"/>
              </a:defRPr>
            </a:lvl1pPr>
            <a:lvl2pPr marL="457203" indent="0">
              <a:buNone/>
              <a:defRPr/>
            </a:lvl2pPr>
            <a:lvl3pPr marL="914408" indent="0">
              <a:buNone/>
              <a:defRPr/>
            </a:lvl3pPr>
            <a:lvl4pPr marL="1371609" indent="0">
              <a:buNone/>
              <a:defRPr/>
            </a:lvl4pPr>
            <a:lvl5pPr marL="1828813" indent="0">
              <a:buNone/>
              <a:defRPr/>
            </a:lvl5pPr>
          </a:lstStyle>
          <a:p>
            <a:pPr lvl="0"/>
            <a:r>
              <a:rPr lang="en-US"/>
              <a:t>Presentation title set in Silka Regular</a:t>
            </a:r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2294E85-04B5-9E2A-ED6F-17BCE6C96E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6336794"/>
            <a:ext cx="27432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r">
              <a:buNone/>
              <a:defRPr sz="1000" spc="-50" baseline="0"/>
            </a:lvl1pPr>
          </a:lstStyle>
          <a:p>
            <a:pPr lvl="0"/>
            <a:r>
              <a:rPr lang="en-US"/>
              <a:t>Insert date here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4B926-9B02-E3CF-B583-6BC6ED529063}"/>
              </a:ext>
            </a:extLst>
          </p:cNvPr>
          <p:cNvSpPr txBox="1"/>
          <p:nvPr/>
        </p:nvSpPr>
        <p:spPr>
          <a:xfrm>
            <a:off x="603508" y="6099049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>
                <a:solidFill>
                  <a:srgbClr val="FF0000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>
                <a:latin typeface="Silka SemiBold" panose="00000700000000000000" pitchFamily="50" charset="0"/>
              </a:rPr>
              <a:t>crimsonlogic.com</a:t>
            </a:r>
            <a:endParaRPr lang="en-GB" sz="1000" kern="100" spc="0">
              <a:latin typeface="Silka SemiBold" panose="00000700000000000000" pitchFamily="50" charset="0"/>
            </a:endParaRP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2D08FE-6F92-9963-73C3-520E3DE9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5"/>
            <a:ext cx="2825496" cy="7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08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4FA9E1A-F8C5-54E2-5522-92A953B61E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3"/>
            <a:ext cx="11585448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800" spc="-100" baseline="0">
                <a:solidFill>
                  <a:schemeClr val="tx2"/>
                </a:solidFill>
                <a:latin typeface="Silka" panose="00000500000000000000" pitchFamily="50" charset="0"/>
              </a:defRPr>
            </a:lvl1pPr>
            <a:lvl2pPr marL="457203" indent="0">
              <a:buNone/>
              <a:defRPr/>
            </a:lvl2pPr>
            <a:lvl3pPr marL="914408" indent="0">
              <a:buNone/>
              <a:defRPr/>
            </a:lvl3pPr>
            <a:lvl4pPr marL="1371609" indent="0">
              <a:buNone/>
              <a:defRPr/>
            </a:lvl4pPr>
            <a:lvl5pPr marL="1828813" indent="0">
              <a:buNone/>
              <a:defRPr/>
            </a:lvl5pPr>
          </a:lstStyle>
          <a:p>
            <a:pPr lvl="0"/>
            <a:r>
              <a:rPr lang="en-US"/>
              <a:t>Slide title in Silka Regular</a:t>
            </a:r>
            <a:endParaRPr lang="en-GB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BF18BCC-754B-90E3-EF2C-A0D3FBC2B2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7" y="1188250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3" indent="0">
              <a:buNone/>
              <a:defRPr/>
            </a:lvl2pPr>
            <a:lvl3pPr marL="914408" indent="0">
              <a:buNone/>
              <a:defRPr/>
            </a:lvl3pPr>
            <a:lvl4pPr marL="1371609" indent="0">
              <a:buNone/>
              <a:defRPr/>
            </a:lvl4pPr>
            <a:lvl5pPr marL="18288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1FFC23C-ADB9-E277-4CEB-FA10B2A41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7" y="3094029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228602" indent="-228602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3" indent="0">
              <a:buNone/>
              <a:defRPr/>
            </a:lvl2pPr>
            <a:lvl3pPr marL="914408" indent="0">
              <a:buNone/>
              <a:defRPr/>
            </a:lvl3pPr>
            <a:lvl4pPr marL="1371609" indent="0">
              <a:buNone/>
              <a:defRPr/>
            </a:lvl4pPr>
            <a:lvl5pPr marL="18288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FBFF6-D842-9174-4C3C-54FA0BE0D696}"/>
              </a:ext>
            </a:extLst>
          </p:cNvPr>
          <p:cNvSpPr txBox="1">
            <a:spLocks/>
          </p:cNvSpPr>
          <p:nvPr userDrawn="1"/>
        </p:nvSpPr>
        <p:spPr>
          <a:xfrm>
            <a:off x="9306846" y="6622897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>
              <a:solidFill>
                <a:schemeClr val="tx1"/>
              </a:solidFill>
            </a:endParaRP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A8253C-A620-AD3C-A3CC-811F5A0582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54" y="6464917"/>
            <a:ext cx="1143000" cy="3103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834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C2814-5DD3-B81E-86DB-080940ADC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EDCBD-D23D-759B-69D1-8ADA1B9DE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06387-FD8B-3C3A-FC2C-8D207C664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2E679-F0C8-478A-BA58-5D997DC5BD56}" type="datetimeFigureOut">
              <a:rPr lang="en-SG" smtClean="0"/>
              <a:t>13/4/2026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E07FF-120E-F299-A015-80750CD96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9EAF-6F16-E46D-4E0B-EE006A590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082D7-4689-4A86-93AE-B42364AAAB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936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92236-CC12-C354-A415-936BC5E7B3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349" y="3060734"/>
            <a:ext cx="9171051" cy="1292662"/>
          </a:xfrm>
        </p:spPr>
        <p:txBody>
          <a:bodyPr/>
          <a:lstStyle/>
          <a:p>
            <a:r>
              <a:rPr lang="en-SG" sz="3600" dirty="0"/>
              <a:t>GTRM - Digital Port Enablement Programme</a:t>
            </a:r>
          </a:p>
          <a:p>
            <a:pPr marL="457200" indent="-457200"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SG" sz="2800" i="1" dirty="0">
                <a:solidFill>
                  <a:srgbClr val="FF0000"/>
                </a:solidFill>
              </a:rPr>
              <a:t>Technical Talent Enablement Programme </a:t>
            </a:r>
            <a:br>
              <a:rPr lang="en-SG" sz="2800" i="1" dirty="0">
                <a:solidFill>
                  <a:srgbClr val="FF0000"/>
                </a:solidFill>
              </a:rPr>
            </a:br>
            <a:r>
              <a:rPr lang="en-SG" sz="2000" i="1" dirty="0">
                <a:solidFill>
                  <a:srgbClr val="FF0000"/>
                </a:solidFill>
              </a:rPr>
              <a:t>(Graduate Associates)</a:t>
            </a:r>
            <a:endParaRPr lang="en-SG" sz="2800" i="1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323B6-AA9D-2A48-F178-B8405D2B67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SG" dirty="0"/>
              <a:t>March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9662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E99F-D353-E549-CF3C-69125F66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17C538-678E-2CC9-0463-E08176E6A989}"/>
              </a:ext>
            </a:extLst>
          </p:cNvPr>
          <p:cNvSpPr/>
          <p:nvPr/>
        </p:nvSpPr>
        <p:spPr>
          <a:xfrm>
            <a:off x="5720080" y="0"/>
            <a:ext cx="74168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53000">
                <a:schemeClr val="tx1">
                  <a:alpha val="20000"/>
                </a:schemeClr>
              </a:gs>
              <a:gs pos="79000">
                <a:schemeClr val="bg1">
                  <a:alpha val="30000"/>
                </a:schemeClr>
              </a:gs>
              <a:gs pos="100000">
                <a:schemeClr val="tx1">
                  <a:alpha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60F7B31-BF7A-AF86-8F26-53D48C361DA1}"/>
              </a:ext>
            </a:extLst>
          </p:cNvPr>
          <p:cNvSpPr txBox="1">
            <a:spLocks/>
          </p:cNvSpPr>
          <p:nvPr/>
        </p:nvSpPr>
        <p:spPr>
          <a:xfrm>
            <a:off x="103985" y="146518"/>
            <a:ext cx="5765187" cy="815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200" b="1" dirty="0">
                <a:solidFill>
                  <a:schemeClr val="tx1"/>
                </a:solidFill>
                <a:latin typeface="Silka" panose="020B0604020202020204" charset="0"/>
              </a:rPr>
              <a:t>Technical Talent Enablement Programme (Digital Port) – </a:t>
            </a:r>
            <a:r>
              <a:rPr lang="en-SG" sz="2200" b="1" dirty="0">
                <a:solidFill>
                  <a:srgbClr val="C00000"/>
                </a:solidFill>
                <a:latin typeface="Silka" panose="020B0604020202020204" charset="0"/>
              </a:rPr>
              <a:t>Graduate Associates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3C26A3-1441-AFDF-B3FE-1B63BF12F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27" y="556260"/>
            <a:ext cx="5745480" cy="57454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EE6FF3-F2BF-E505-8FDB-1EA9FB722FC6}"/>
              </a:ext>
            </a:extLst>
          </p:cNvPr>
          <p:cNvSpPr txBox="1"/>
          <p:nvPr/>
        </p:nvSpPr>
        <p:spPr>
          <a:xfrm>
            <a:off x="320653" y="1046480"/>
            <a:ext cx="5181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>
                <a:solidFill>
                  <a:srgbClr val="FF0000"/>
                </a:solidFill>
                <a:latin typeface="Silka" panose="020B0604020202020204" charset="0"/>
              </a:rPr>
              <a:t>Programme Overview</a:t>
            </a:r>
          </a:p>
          <a:p>
            <a:pPr>
              <a:spcBef>
                <a:spcPts val="600"/>
              </a:spcBef>
            </a:pPr>
            <a:r>
              <a:rPr lang="en-SG" sz="1200" b="1" dirty="0">
                <a:latin typeface="Silka" panose="020B0604020202020204" charset="0"/>
              </a:rPr>
              <a:t>Java Full-Stack Developer (Digital Port Domain)</a:t>
            </a:r>
          </a:p>
          <a:p>
            <a:pPr>
              <a:spcBef>
                <a:spcPts val="600"/>
              </a:spcBef>
            </a:pPr>
            <a:r>
              <a:rPr lang="en-SG" sz="1200" b="1" dirty="0">
                <a:latin typeface="Silka" panose="020B0604020202020204" charset="0"/>
              </a:rPr>
              <a:t>SDC-India</a:t>
            </a:r>
            <a:r>
              <a:rPr lang="en-SG" sz="1200" dirty="0">
                <a:latin typeface="Silka" panose="020B0604020202020204" charset="0"/>
              </a:rPr>
              <a:t> | </a:t>
            </a:r>
            <a:r>
              <a:rPr lang="en-SG" sz="1200" b="1" dirty="0">
                <a:latin typeface="Silka" panose="020B0604020202020204" charset="0"/>
              </a:rPr>
              <a:t>11-Week </a:t>
            </a:r>
            <a:r>
              <a:rPr lang="en-SG" sz="1200" dirty="0">
                <a:latin typeface="Silka" panose="020B0604020202020204" charset="0"/>
              </a:rPr>
              <a:t>Structured Programme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90194-238C-92A0-AD86-39B0E7644E5C}"/>
              </a:ext>
            </a:extLst>
          </p:cNvPr>
          <p:cNvSpPr txBox="1"/>
          <p:nvPr/>
        </p:nvSpPr>
        <p:spPr>
          <a:xfrm>
            <a:off x="320653" y="1857851"/>
            <a:ext cx="51816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en-US" sz="1200" b="1" dirty="0">
                <a:solidFill>
                  <a:srgbClr val="FF0000"/>
                </a:solidFill>
                <a:latin typeface="Silka" panose="020B0604020202020204" charset="0"/>
              </a:rPr>
              <a:t>Purpose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Silka" panose="020B0604020202020204" charset="0"/>
              </a:rPr>
              <a:t>Develop project-ready </a:t>
            </a:r>
            <a:r>
              <a:rPr lang="en-US" sz="1200" b="1" dirty="0">
                <a:latin typeface="Silka" panose="020B0604020202020204" charset="0"/>
              </a:rPr>
              <a:t>Java Full-Stack</a:t>
            </a:r>
            <a:r>
              <a:rPr lang="en-US" sz="1200" dirty="0">
                <a:latin typeface="Silka" panose="020B0604020202020204" charset="0"/>
              </a:rPr>
              <a:t> Engineers with strong </a:t>
            </a:r>
            <a:r>
              <a:rPr lang="en-US" sz="1200" b="1" dirty="0">
                <a:latin typeface="Silka" panose="020B0604020202020204" charset="0"/>
              </a:rPr>
              <a:t>Digital Port </a:t>
            </a:r>
            <a:r>
              <a:rPr lang="en-US" sz="1200" dirty="0">
                <a:latin typeface="Silka" panose="020B0604020202020204" charset="0"/>
              </a:rPr>
              <a:t>domain understanding, ensuring </a:t>
            </a:r>
            <a:r>
              <a:rPr lang="en-US" sz="1200" b="1" dirty="0">
                <a:latin typeface="Silka" panose="020B0604020202020204" charset="0"/>
              </a:rPr>
              <a:t>faster deployment </a:t>
            </a:r>
            <a:r>
              <a:rPr lang="en-US" sz="1200" dirty="0">
                <a:latin typeface="Silka" panose="020B0604020202020204" charset="0"/>
              </a:rPr>
              <a:t>into SDC delivery teams.</a:t>
            </a:r>
            <a:endParaRPr lang="en-SG" sz="1200" dirty="0">
              <a:latin typeface="Silka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AAD77-A3DA-74BB-F2A6-BA091F8A03B9}"/>
              </a:ext>
            </a:extLst>
          </p:cNvPr>
          <p:cNvSpPr txBox="1"/>
          <p:nvPr/>
        </p:nvSpPr>
        <p:spPr>
          <a:xfrm>
            <a:off x="320653" y="2776944"/>
            <a:ext cx="51816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>
                <a:solidFill>
                  <a:srgbClr val="FF0000"/>
                </a:solidFill>
                <a:latin typeface="Silka" panose="020B0604020202020204" charset="0"/>
              </a:rPr>
              <a:t>Target Profile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latin typeface="Silka" panose="020B0604020202020204" charset="0"/>
              </a:rPr>
              <a:t>Fresh graduates </a:t>
            </a:r>
            <a:r>
              <a:rPr lang="en-US" sz="1200" dirty="0">
                <a:latin typeface="Silka" panose="020B0604020202020204" charset="0"/>
              </a:rPr>
              <a:t>(CS / IT / Engineering)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Silka" panose="020B0604020202020204" charset="0"/>
              </a:rPr>
              <a:t>Entry-level hires for Digital Port projects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Silka" panose="020B0604020202020204" charset="0"/>
              </a:rPr>
              <a:t>New joiners requiring structured technical ramp-up</a:t>
            </a:r>
            <a:endParaRPr lang="en-SG" sz="1200" dirty="0">
              <a:latin typeface="Silka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00FF6-C3D4-3D1A-0F35-47D0003CE572}"/>
              </a:ext>
            </a:extLst>
          </p:cNvPr>
          <p:cNvSpPr txBox="1"/>
          <p:nvPr/>
        </p:nvSpPr>
        <p:spPr>
          <a:xfrm>
            <a:off x="320653" y="3849925"/>
            <a:ext cx="51816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>
                <a:solidFill>
                  <a:srgbClr val="FF0000"/>
                </a:solidFill>
                <a:latin typeface="Silka" panose="020B0604020202020204" charset="0"/>
              </a:rPr>
              <a:t>Learning Model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latin typeface="Silka" panose="020B0604020202020204" charset="0"/>
              </a:rPr>
              <a:t>Blended Learning </a:t>
            </a:r>
            <a:r>
              <a:rPr lang="en-US" sz="1200" dirty="0">
                <a:latin typeface="Silka" panose="020B0604020202020204" charset="0"/>
              </a:rPr>
              <a:t>(Guided Learning + e-Learning + Hands-on Development)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latin typeface="Silka" panose="020B0604020202020204" charset="0"/>
              </a:rPr>
              <a:t>Capstone </a:t>
            </a:r>
            <a:r>
              <a:rPr lang="en-US" sz="1200" dirty="0">
                <a:latin typeface="Silka" panose="020B0604020202020204" charset="0"/>
              </a:rPr>
              <a:t>Project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1200" b="1" dirty="0">
                <a:latin typeface="Silka" panose="020B0604020202020204" charset="0"/>
              </a:rPr>
              <a:t>Mentorship</a:t>
            </a:r>
            <a:r>
              <a:rPr lang="en-SG" sz="1200" dirty="0">
                <a:latin typeface="Silka" panose="020B0604020202020204" charset="0"/>
              </a:rPr>
              <a:t>-Driven Transition to Projects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3F746-DA51-6D25-E217-8371120C2039}"/>
              </a:ext>
            </a:extLst>
          </p:cNvPr>
          <p:cNvSpPr txBox="1"/>
          <p:nvPr/>
        </p:nvSpPr>
        <p:spPr>
          <a:xfrm>
            <a:off x="320653" y="5107572"/>
            <a:ext cx="51816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>
                <a:solidFill>
                  <a:srgbClr val="FF0000"/>
                </a:solidFill>
                <a:latin typeface="Silka" panose="020B0604020202020204" charset="0"/>
              </a:rPr>
              <a:t>Outcome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Silka" panose="020B0604020202020204" charset="0"/>
              </a:rPr>
              <a:t>Graduates are ready for Associate Software Engineer, Junior Java Full-Stack Developer, Digital Port Integration Roles.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ADB3B-E1CA-9695-D521-A750A6B0EAD8}"/>
              </a:ext>
            </a:extLst>
          </p:cNvPr>
          <p:cNvSpPr txBox="1"/>
          <p:nvPr/>
        </p:nvSpPr>
        <p:spPr>
          <a:xfrm>
            <a:off x="320653" y="5842000"/>
            <a:ext cx="5181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>
                <a:solidFill>
                  <a:srgbClr val="FF0000"/>
                </a:solidFill>
                <a:latin typeface="Silka" panose="020B0604020202020204" charset="0"/>
              </a:rPr>
              <a:t>Graduation Criteria – Evaluation &amp; Assessment (By Phases)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200" dirty="0">
                <a:latin typeface="Silka" panose="020B0604020202020204" charset="0"/>
              </a:rPr>
              <a:t>MCQs &gt;=70%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200" dirty="0">
                <a:latin typeface="Silka" panose="020B0604020202020204" charset="0"/>
              </a:rPr>
              <a:t>Trainer/Panel Reviews &amp; Approval &gt;=70%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92569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DA26C6A-EE73-9CB4-84C3-B4951FBD6882}"/>
              </a:ext>
            </a:extLst>
          </p:cNvPr>
          <p:cNvSpPr txBox="1">
            <a:spLocks/>
          </p:cNvSpPr>
          <p:nvPr/>
        </p:nvSpPr>
        <p:spPr>
          <a:xfrm>
            <a:off x="6492241" y="105157"/>
            <a:ext cx="5648960" cy="815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200" b="1" dirty="0">
                <a:solidFill>
                  <a:schemeClr val="tx1"/>
                </a:solidFill>
                <a:latin typeface="Silka" panose="020B0604020202020204" charset="0"/>
              </a:rPr>
              <a:t>Technical Talent Enablement Programme (Digital Port) – </a:t>
            </a:r>
            <a:r>
              <a:rPr lang="en-SG" sz="2200" b="1" dirty="0">
                <a:solidFill>
                  <a:srgbClr val="C00000"/>
                </a:solidFill>
                <a:latin typeface="Silka" panose="020B0604020202020204" charset="0"/>
              </a:rPr>
              <a:t>Graduate Associates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DE4E03-D216-5270-F836-85AFE378D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00"/>
            <a:ext cx="5745600" cy="574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20FA59-12FA-A76B-D06C-BCBA33A85973}"/>
              </a:ext>
            </a:extLst>
          </p:cNvPr>
          <p:cNvSpPr txBox="1"/>
          <p:nvPr/>
        </p:nvSpPr>
        <p:spPr>
          <a:xfrm>
            <a:off x="6593841" y="1372637"/>
            <a:ext cx="53848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400" b="1" dirty="0">
                <a:solidFill>
                  <a:srgbClr val="FF0000"/>
                </a:solidFill>
                <a:latin typeface="Silka" panose="020B0604020202020204"/>
              </a:rPr>
              <a:t>Programme Structure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400" b="1" dirty="0">
                <a:latin typeface="Silka" panose="020B0604020202020204"/>
              </a:rPr>
              <a:t>Phase 1</a:t>
            </a:r>
            <a:r>
              <a:rPr lang="en-US" sz="1400" dirty="0">
                <a:latin typeface="Silka" panose="020B0604020202020204"/>
              </a:rPr>
              <a:t> - Foundation &amp; Readiness &amp; Core Java (13 Days)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400" b="1" dirty="0">
                <a:latin typeface="Silka" panose="020B0604020202020204"/>
              </a:rPr>
              <a:t>Phase 2</a:t>
            </a:r>
            <a:r>
              <a:rPr lang="en-US" sz="1400" dirty="0">
                <a:latin typeface="Silka" panose="020B0604020202020204"/>
              </a:rPr>
              <a:t> - Database &amp;  real-time stream processing &amp; Java Backend &amp; Full-Stack Engineering Foundations (15 Days)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400" b="1" dirty="0">
                <a:latin typeface="Silka" panose="020B0604020202020204"/>
              </a:rPr>
              <a:t>Phase 3 </a:t>
            </a:r>
            <a:r>
              <a:rPr lang="en-US" sz="1400" dirty="0">
                <a:latin typeface="Silka" panose="020B0604020202020204"/>
              </a:rPr>
              <a:t>- TDD Approach and Enterprise Full-Stack application development using Angular and Spring Boot (12 Days)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400" b="1" dirty="0">
                <a:latin typeface="Silka" panose="020B0604020202020204"/>
              </a:rPr>
              <a:t>Phase 4</a:t>
            </a:r>
            <a:r>
              <a:rPr lang="en-US" sz="1400" dirty="0">
                <a:latin typeface="Silka" panose="020B0604020202020204"/>
              </a:rPr>
              <a:t> - Digital Port Domain &amp; Integrations (5 Days)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400" b="1" dirty="0">
                <a:latin typeface="Silka" panose="020B0604020202020204"/>
              </a:rPr>
              <a:t>Phase 5 </a:t>
            </a:r>
            <a:r>
              <a:rPr lang="en-US" sz="1400" dirty="0">
                <a:latin typeface="Silka" panose="020B0604020202020204"/>
              </a:rPr>
              <a:t>- DevOps, Quality &amp; Security (4 Days)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400" b="1" dirty="0">
                <a:latin typeface="Silka" panose="020B0604020202020204"/>
              </a:rPr>
              <a:t>Phase 6</a:t>
            </a:r>
            <a:r>
              <a:rPr lang="en-US" sz="1400" dirty="0">
                <a:latin typeface="Silka" panose="020B0604020202020204"/>
              </a:rPr>
              <a:t> - Capstone + Shadow Project (4 Days)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400" b="1" dirty="0">
                <a:latin typeface="Silka" panose="020B0604020202020204"/>
              </a:rPr>
              <a:t>Phase 7</a:t>
            </a:r>
            <a:r>
              <a:rPr lang="en-US" sz="1400" dirty="0">
                <a:latin typeface="Silka" panose="020B0604020202020204"/>
              </a:rPr>
              <a:t> - Mentoring &amp; On-the-Job Learning</a:t>
            </a:r>
          </a:p>
          <a:p>
            <a:pPr>
              <a:spcBef>
                <a:spcPts val="600"/>
              </a:spcBef>
            </a:pPr>
            <a:endParaRPr lang="en-US" sz="1400" b="1" dirty="0">
              <a:solidFill>
                <a:sysClr val="windowText" lastClr="000000"/>
              </a:solidFill>
              <a:latin typeface="Silka" panose="020B06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B36E00-8ECD-7606-EEE8-3A6D7E7C329F}"/>
              </a:ext>
            </a:extLst>
          </p:cNvPr>
          <p:cNvSpPr/>
          <p:nvPr/>
        </p:nvSpPr>
        <p:spPr>
          <a:xfrm>
            <a:off x="5720080" y="0"/>
            <a:ext cx="74168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53000">
                <a:schemeClr val="tx1">
                  <a:alpha val="20000"/>
                </a:schemeClr>
              </a:gs>
              <a:gs pos="79000">
                <a:schemeClr val="bg1">
                  <a:alpha val="30000"/>
                </a:schemeClr>
              </a:gs>
              <a:gs pos="100000">
                <a:schemeClr val="tx1">
                  <a:alpha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070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1B48-BCBF-7476-3FE0-644AA1DA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17072006-20CF-BE27-9D17-4B84249B8022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CB2415-6C19-9A35-43FB-0C11D0313D88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3FF579F-F811-0B2A-7214-895D6617D494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A5B8C09-E7A6-9FD5-0E47-B5A6877A6BDA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B49E9B8-8EB7-5DBE-BEB9-8E32CB213AE6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DF2095-DEE0-4DF4-2FCB-8831D97AABD1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5E08F7-6B93-0B25-38CF-8D72758E91F1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D82EA0-AA50-AE1F-2D26-652304364AD7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1D7F62-A1B6-D8D7-FAE1-5B9733B5B108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74F48F-1398-460B-A380-23AFE2581F5E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E1D877-310C-DAD7-2496-390BE5EBA438}"/>
              </a:ext>
            </a:extLst>
          </p:cNvPr>
          <p:cNvSpPr txBox="1"/>
          <p:nvPr/>
        </p:nvSpPr>
        <p:spPr>
          <a:xfrm>
            <a:off x="2469240" y="1188000"/>
            <a:ext cx="4470040" cy="3416320"/>
          </a:xfrm>
          <a:prstGeom prst="rect">
            <a:avLst/>
          </a:prstGeom>
          <a:noFill/>
        </p:spPr>
        <p:txBody>
          <a:bodyPr wrap="square" lIns="7200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Onboarding, Engineering &amp; Work Readiness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Onboarding Activities and Software Installation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SDLC Phases and Agile Methodology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Secure development awareness (SDLC, data handling)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Linux commands and GIT and GITHUB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Git Commands (clone/commit/branch/merge PR)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US" sz="1200" dirty="0">
                <a:latin typeface="Silka" panose="020B0604020202020204"/>
              </a:rPr>
              <a:t>Business Writing: Technical Writing &amp; Communication Skills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SG" sz="1200" b="1" dirty="0">
              <a:latin typeface="Silka" panose="020B0604020202020204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Java Fundamentals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Java refresher: variables, control flow, methods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OOP recap: classes, inheritance, interfaces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Exceptions &amp; debugging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Java syntax, OOP, collections, generics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Exception handling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Multithreading &amp; concurrency </a:t>
            </a:r>
            <a:r>
              <a:rPr lang="en-SG" sz="1200" i="1" dirty="0">
                <a:latin typeface="Silka" panose="020B0604020202020204"/>
              </a:rPr>
              <a:t>(conceptual awareness)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JVM basics &amp; memory management </a:t>
            </a:r>
            <a:r>
              <a:rPr lang="en-SG" sz="1200" i="1" dirty="0">
                <a:latin typeface="Silka" panose="020B0604020202020204"/>
              </a:rPr>
              <a:t>(conceptual)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Intro coding standards: clean code &amp; naming</a:t>
            </a:r>
            <a:endParaRPr lang="en-US" sz="1050" dirty="0">
              <a:latin typeface="Silka" panose="020B060402020202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E67E52-DC94-4601-D280-8458DDC34E7B}"/>
              </a:ext>
            </a:extLst>
          </p:cNvPr>
          <p:cNvSpPr txBox="1"/>
          <p:nvPr/>
        </p:nvSpPr>
        <p:spPr>
          <a:xfrm>
            <a:off x="7279639" y="1188720"/>
            <a:ext cx="4348481" cy="1822516"/>
          </a:xfrm>
          <a:prstGeom prst="roundRect">
            <a:avLst>
              <a:gd name="adj" fmla="val 2949"/>
            </a:avLst>
          </a:prstGeom>
          <a:solidFill>
            <a:srgbClr val="B88C00"/>
          </a:solidFill>
        </p:spPr>
        <p:txBody>
          <a:bodyPr wrap="square" rtlCol="0" anchor="t" anchorCtr="0">
            <a:no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Hands-on Capstone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Build a console-based Java application using all the concepts.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Manage data as objects using Collections and filter and display the data based on user input using Stream API.</a:t>
            </a:r>
          </a:p>
          <a:p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 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Outcome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Able to develop and debug the application using java concepts.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B8180B-35B5-6DED-1D5F-76DF97108A78}"/>
              </a:ext>
            </a:extLst>
          </p:cNvPr>
          <p:cNvSpPr/>
          <p:nvPr/>
        </p:nvSpPr>
        <p:spPr>
          <a:xfrm>
            <a:off x="2367280" y="526698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6004B1-79FE-2261-1251-897E1FE87F3A}"/>
              </a:ext>
            </a:extLst>
          </p:cNvPr>
          <p:cNvSpPr txBox="1"/>
          <p:nvPr/>
        </p:nvSpPr>
        <p:spPr>
          <a:xfrm>
            <a:off x="2385572" y="644585"/>
            <a:ext cx="9100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1 - Foundation &amp; Readiness &amp; Core Java (13 Days)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1BD49-E6D6-B499-5E16-48CC8CB82300}"/>
              </a:ext>
            </a:extLst>
          </p:cNvPr>
          <p:cNvSpPr txBox="1"/>
          <p:nvPr/>
        </p:nvSpPr>
        <p:spPr>
          <a:xfrm>
            <a:off x="7310119" y="3125895"/>
            <a:ext cx="4348481" cy="2655146"/>
          </a:xfrm>
          <a:prstGeom prst="roundRect">
            <a:avLst>
              <a:gd name="adj" fmla="val 2949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MCQ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Objective Tests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Scenario-based Questions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Code Analysis and Debugging exercises</a:t>
            </a: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Trainer Assessment &amp; Approval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Application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coding standards, logic correctness and structure.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55600" lvl="1"/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all evaluation and assessments.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6" name="Graphic 5" descr="Graduation cap outline">
            <a:extLst>
              <a:ext uri="{FF2B5EF4-FFF2-40B4-BE49-F238E27FC236}">
                <a16:creationId xmlns:a16="http://schemas.microsoft.com/office/drawing/2014/main" id="{4A860A70-DDEA-B31F-59D3-11D6FA0F0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2760" y="4707468"/>
            <a:ext cx="543560" cy="543560"/>
          </a:xfrm>
          <a:prstGeom prst="rect">
            <a:avLst/>
          </a:prstGeom>
        </p:spPr>
      </p:pic>
      <p:pic>
        <p:nvPicPr>
          <p:cNvPr id="8" name="Graphic 7" descr="Clipboard Partially Checked outline">
            <a:extLst>
              <a:ext uri="{FF2B5EF4-FFF2-40B4-BE49-F238E27FC236}">
                <a16:creationId xmlns:a16="http://schemas.microsoft.com/office/drawing/2014/main" id="{E73FB655-9B82-4879-B5BA-91535923B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3120" y="3137749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893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CCEA-1231-3C8A-414C-71627965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B1EBD75-11EF-3BD1-CFB2-F22CBE7B0AB6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F2616D-B45F-E62F-1A4E-4295A06D6AAB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8B789B4-1375-1909-48BE-34E4960B8BB2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CE0DB5A-FF7E-49D6-79AE-7C4785665A22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62092B9-D086-202C-2ED8-93CAE2F6D2AB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C1D7836-3D4B-BA10-88DD-737B44FF750F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1F27FE1-F3CD-F03D-655B-C483D97C325E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01AC5E6-0C9D-CEA3-FB2C-9DFE8B273E4F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8CF111-08B0-2233-32E4-B646061C4209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958317-9FD1-9FD0-7A5F-33CCA9BEABFC}"/>
              </a:ext>
            </a:extLst>
          </p:cNvPr>
          <p:cNvSpPr txBox="1"/>
          <p:nvPr/>
        </p:nvSpPr>
        <p:spPr>
          <a:xfrm>
            <a:off x="2509880" y="1188000"/>
            <a:ext cx="4470040" cy="5146760"/>
          </a:xfrm>
          <a:prstGeom prst="rect">
            <a:avLst/>
          </a:prstGeom>
          <a:noFill/>
        </p:spPr>
        <p:txBody>
          <a:bodyPr wrap="square" lIns="72000" rtlCol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Oracle/MySQL/SQL Server (2 days)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DML,DDL,DQL,DCL,TCL and Joins and Subqueries and more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Data Format 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XML and JSON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Build Tool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Gradle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 err="1">
                <a:latin typeface="Silka" panose="020B0604020202020204"/>
              </a:rPr>
              <a:t>MyBatis</a:t>
            </a:r>
            <a:r>
              <a:rPr lang="en-SG" sz="1200" b="1" dirty="0">
                <a:latin typeface="Silka" panose="020B0604020202020204"/>
              </a:rPr>
              <a:t> Framework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Introduction to </a:t>
            </a:r>
            <a:r>
              <a:rPr lang="en-SG" sz="1200" dirty="0" err="1">
                <a:latin typeface="Silka" panose="020B0604020202020204"/>
              </a:rPr>
              <a:t>MyBatis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 err="1">
                <a:latin typeface="Silka" panose="020B0604020202020204"/>
              </a:rPr>
              <a:t>MyBatis</a:t>
            </a:r>
            <a:r>
              <a:rPr lang="en-SG" sz="1200" dirty="0">
                <a:latin typeface="Silka" panose="020B0604020202020204"/>
              </a:rPr>
              <a:t> Core Components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Mapper &amp; CRUD Operations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 err="1">
                <a:latin typeface="Silka" panose="020B0604020202020204"/>
              </a:rPr>
              <a:t>MyBatis</a:t>
            </a:r>
            <a:r>
              <a:rPr lang="en-SG" sz="1200" dirty="0">
                <a:latin typeface="Silka" panose="020B0604020202020204"/>
              </a:rPr>
              <a:t> with Spring MVC &amp; REST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transaction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Apache Zookeeper and Apache Storm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b="1" dirty="0">
                <a:latin typeface="Silka" panose="020B0604020202020204"/>
              </a:rPr>
              <a:t>Overview of Apache </a:t>
            </a:r>
            <a:r>
              <a:rPr lang="en-SG" sz="1200" b="1" dirty="0" err="1">
                <a:latin typeface="Silka" panose="020B0604020202020204"/>
              </a:rPr>
              <a:t>ZooKeeper</a:t>
            </a:r>
            <a:endParaRPr lang="en-SG" sz="1200" dirty="0">
              <a:latin typeface="Silka" panose="020B0604020202020204"/>
            </a:endParaRP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 err="1">
                <a:latin typeface="Silka" panose="020B0604020202020204"/>
              </a:rPr>
              <a:t>ZooKeeper</a:t>
            </a:r>
            <a:r>
              <a:rPr lang="en-SG" sz="1200" dirty="0">
                <a:latin typeface="Silka" panose="020B0604020202020204"/>
              </a:rPr>
              <a:t> architecture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What problem </a:t>
            </a:r>
            <a:r>
              <a:rPr lang="en-SG" sz="1200" dirty="0" err="1">
                <a:latin typeface="Silka" panose="020B0604020202020204"/>
              </a:rPr>
              <a:t>ZooKeeper</a:t>
            </a:r>
            <a:r>
              <a:rPr lang="en-SG" sz="1200" dirty="0">
                <a:latin typeface="Silka" panose="020B0604020202020204"/>
              </a:rPr>
              <a:t> solves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Distributed coordination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Leader election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Configuration management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Service discovery (conceptual)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How Spring apps interact with </a:t>
            </a:r>
            <a:r>
              <a:rPr lang="en-SG" sz="1200" dirty="0" err="1">
                <a:latin typeface="Silka" panose="020B0604020202020204"/>
              </a:rPr>
              <a:t>ZooKeeper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b="1" dirty="0">
                <a:latin typeface="Silka" panose="020B0604020202020204"/>
              </a:rPr>
              <a:t>Apache Storm</a:t>
            </a:r>
            <a:endParaRPr lang="en-SG" sz="1200" dirty="0">
              <a:latin typeface="Silka" panose="020B0604020202020204"/>
            </a:endParaRP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Stream processing fundamentals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Topology, Spouts, Bolts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Real-time vs batch processing</a:t>
            </a:r>
          </a:p>
          <a:p>
            <a:pPr marL="742950" lvl="1" indent="-204788">
              <a:buFont typeface="Courier New" panose="02070309020205020404" pitchFamily="49" charset="0"/>
              <a:buChar char="o"/>
            </a:pPr>
            <a:r>
              <a:rPr lang="en-SG" sz="1200" dirty="0">
                <a:latin typeface="Silka" panose="020B0604020202020204"/>
              </a:rPr>
              <a:t>Integrating Storm with Kafka (conceptual)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165BE-52D3-AAF9-D036-C185652234D4}"/>
              </a:ext>
            </a:extLst>
          </p:cNvPr>
          <p:cNvSpPr/>
          <p:nvPr/>
        </p:nvSpPr>
        <p:spPr>
          <a:xfrm>
            <a:off x="2367280" y="548352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DE97D5-DB8F-2502-8443-73C1844B71A3}"/>
              </a:ext>
            </a:extLst>
          </p:cNvPr>
          <p:cNvSpPr txBox="1"/>
          <p:nvPr/>
        </p:nvSpPr>
        <p:spPr>
          <a:xfrm>
            <a:off x="2385572" y="543129"/>
            <a:ext cx="9207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2</a:t>
            </a:r>
            <a:r>
              <a:rPr lang="en-US" sz="1600" dirty="0">
                <a:solidFill>
                  <a:schemeClr val="bg1"/>
                </a:solidFill>
                <a:latin typeface="Silka" panose="020B0604020202020204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- Database &amp;  real-time stream processing &amp; Java Backend &amp; Full-Stack Engineering Foundations (15 Days)</a:t>
            </a:r>
            <a:endParaRPr lang="en-SG" sz="1400" dirty="0">
              <a:solidFill>
                <a:schemeClr val="bg1"/>
              </a:solidFill>
              <a:latin typeface="Silka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994F0-A66E-3D2B-C205-5598CB92E7DE}"/>
              </a:ext>
            </a:extLst>
          </p:cNvPr>
          <p:cNvSpPr txBox="1"/>
          <p:nvPr/>
        </p:nvSpPr>
        <p:spPr>
          <a:xfrm>
            <a:off x="7244879" y="1272589"/>
            <a:ext cx="4348481" cy="1081145"/>
          </a:xfrm>
          <a:prstGeom prst="roundRect">
            <a:avLst>
              <a:gd name="adj" fmla="val 2576"/>
            </a:avLst>
          </a:prstGeom>
          <a:solidFill>
            <a:srgbClr val="B88C00"/>
          </a:solidFill>
        </p:spPr>
        <p:txBody>
          <a:bodyPr wrap="square" rtlCol="0">
            <a:no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Outcome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Able to design DB for an application.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Hands on to integrate the </a:t>
            </a:r>
            <a:r>
              <a:rPr lang="en-US" sz="1200" dirty="0" err="1">
                <a:solidFill>
                  <a:schemeClr val="bg1"/>
                </a:solidFill>
                <a:latin typeface="Silka" panose="020B0604020202020204"/>
              </a:rPr>
              <a:t>MyBatis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 with Java Console based app.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Build Java applications using zookeeper and storm.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3FD90F1-A23B-7097-7D88-21A5331CC1A8}"/>
              </a:ext>
            </a:extLst>
          </p:cNvPr>
          <p:cNvSpPr/>
          <p:nvPr/>
        </p:nvSpPr>
        <p:spPr>
          <a:xfrm>
            <a:off x="467358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43C044-1939-FAB9-F4FB-F4D1B0D2F09F}"/>
              </a:ext>
            </a:extLst>
          </p:cNvPr>
          <p:cNvSpPr txBox="1"/>
          <p:nvPr/>
        </p:nvSpPr>
        <p:spPr>
          <a:xfrm>
            <a:off x="7244879" y="2441430"/>
            <a:ext cx="4348481" cy="3766330"/>
          </a:xfrm>
          <a:prstGeom prst="roundRect">
            <a:avLst>
              <a:gd name="adj" fmla="val 2140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MCQ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Objective Tests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Scenario-based Questions</a:t>
            </a: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Trainer Assessment &amp; Approval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Database design correctness on tables, relationships, normalization, constraints &amp; indexing.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Integrate </a:t>
            </a:r>
            <a:r>
              <a:rPr lang="en-US" sz="1200" dirty="0" err="1">
                <a:solidFill>
                  <a:schemeClr val="bg1"/>
                </a:solidFill>
                <a:latin typeface="Silka" panose="020B0604020202020204"/>
              </a:rPr>
              <a:t>MyBatis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 with Java app: CRUD operations, mapper configuration &amp; transaction management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Build Java applications using Zookeeper (coordination, leader election) and Storm (topologies, spouts &amp; bolts)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55600" lvl="1"/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all evaluation and assessments.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26" name="Graphic 25" descr="Graduation cap outline">
            <a:extLst>
              <a:ext uri="{FF2B5EF4-FFF2-40B4-BE49-F238E27FC236}">
                <a16:creationId xmlns:a16="http://schemas.microsoft.com/office/drawing/2014/main" id="{790E81A4-73F0-7355-85BC-E50D0649F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8920" y="4840395"/>
            <a:ext cx="543560" cy="543560"/>
          </a:xfrm>
          <a:prstGeom prst="rect">
            <a:avLst/>
          </a:prstGeom>
        </p:spPr>
      </p:pic>
      <p:pic>
        <p:nvPicPr>
          <p:cNvPr id="27" name="Graphic 26" descr="Clipboard Partially Checked outline">
            <a:extLst>
              <a:ext uri="{FF2B5EF4-FFF2-40B4-BE49-F238E27FC236}">
                <a16:creationId xmlns:a16="http://schemas.microsoft.com/office/drawing/2014/main" id="{E25F3494-38D7-F948-94DE-BEBD10BFBF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2480" y="2439194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435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A12FD-A67E-AB1D-1B3E-6B08325E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01C2481-C0A1-A5AF-8E86-9BE5B9BB1AE4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CB23AA-9A03-F5E0-4BD0-8FDAD97EE0DB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A92AC6A-2806-D6C9-E907-87AB0611563E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A2DD4F-FA4E-C2FD-01DC-61EDD00B4501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05394D-16E0-D996-19AD-E714BBF2C7D6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F8CC95-2AF3-74EC-A3DB-F4A716B6BC05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04D74E-2D09-7B40-D4E9-F3BF8F38174C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7202234-EBD7-F573-2310-AEF5F350A370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A1EEF54-F74B-E6BF-62A2-9CDCC3DC9618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44D6FF-B8A4-73A0-C4CF-6FB683F04D21}"/>
              </a:ext>
            </a:extLst>
          </p:cNvPr>
          <p:cNvSpPr/>
          <p:nvPr/>
        </p:nvSpPr>
        <p:spPr>
          <a:xfrm>
            <a:off x="2367280" y="523240"/>
            <a:ext cx="9469120" cy="627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5C192-8637-A280-D6A2-C5BBD7CB4EA1}"/>
              </a:ext>
            </a:extLst>
          </p:cNvPr>
          <p:cNvSpPr txBox="1"/>
          <p:nvPr/>
        </p:nvSpPr>
        <p:spPr>
          <a:xfrm>
            <a:off x="2487972" y="1188000"/>
            <a:ext cx="4471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Backend &amp; API Fundamentals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REST principles &amp; API design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HTTP methods &amp; status 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Spring 5.0 Core + MVC + REST + Data JPA + Data REST)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5.0 MVC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5.0 REST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5.0 Data JPA+ Batch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5.0 REST + Data JPA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5.0 REST + Data JPA + MVC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Transaction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 err="1">
                <a:latin typeface="Silka" panose="020B0604020202020204"/>
              </a:rPr>
              <a:t>Jboss</a:t>
            </a:r>
            <a:r>
              <a:rPr lang="en-SG" sz="1200" b="1" dirty="0">
                <a:latin typeface="Silka" panose="020B0604020202020204"/>
              </a:rPr>
              <a:t> EAP Client and Server Requests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Deploy the Spring Application in the </a:t>
            </a:r>
            <a:r>
              <a:rPr lang="en-SG" sz="1200" dirty="0" err="1">
                <a:latin typeface="Silka" panose="020B0604020202020204"/>
              </a:rPr>
              <a:t>Jboss</a:t>
            </a:r>
            <a:r>
              <a:rPr lang="en-SG" sz="1200" dirty="0">
                <a:latin typeface="Silka" panose="020B0604020202020204"/>
              </a:rPr>
              <a:t> or any external server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Introduction to Microservices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What Are Microservices?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Monolithic vs Microservices Architecture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Core Principles of Microservices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Microservices Architecture Components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Communication Between Microservices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Microservices Design Patterns (Intro)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Common Challenges in Microservices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BFDA9-C7FC-19C6-E526-B571DFC40707}"/>
              </a:ext>
            </a:extLst>
          </p:cNvPr>
          <p:cNvSpPr/>
          <p:nvPr/>
        </p:nvSpPr>
        <p:spPr>
          <a:xfrm>
            <a:off x="2367280" y="538192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B3D014-5CCA-FDC8-CED8-A5CBA171E0B3}"/>
              </a:ext>
            </a:extLst>
          </p:cNvPr>
          <p:cNvSpPr txBox="1"/>
          <p:nvPr/>
        </p:nvSpPr>
        <p:spPr>
          <a:xfrm>
            <a:off x="2385572" y="532969"/>
            <a:ext cx="9207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2</a:t>
            </a:r>
            <a:r>
              <a:rPr lang="en-US" sz="1600" dirty="0">
                <a:solidFill>
                  <a:schemeClr val="bg1"/>
                </a:solidFill>
                <a:latin typeface="Silka" panose="020B0604020202020204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- Database &amp;  real-time stream processing &amp; Java Backend &amp; Full-Stack Engineering Foundations (15 Days) </a:t>
            </a:r>
            <a:r>
              <a:rPr lang="en-US" sz="1600" dirty="0">
                <a:solidFill>
                  <a:srgbClr val="FF0000"/>
                </a:solidFill>
                <a:latin typeface="Silka" panose="020B0604020202020204"/>
              </a:rPr>
              <a:t>(Continue)</a:t>
            </a:r>
            <a:endParaRPr lang="en-SG" sz="1400" dirty="0">
              <a:solidFill>
                <a:srgbClr val="FF0000"/>
              </a:solidFill>
              <a:latin typeface="Silka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206C4-D044-94FC-0E17-BD4A4D9920D8}"/>
              </a:ext>
            </a:extLst>
          </p:cNvPr>
          <p:cNvSpPr txBox="1"/>
          <p:nvPr/>
        </p:nvSpPr>
        <p:spPr>
          <a:xfrm>
            <a:off x="7244879" y="1272589"/>
            <a:ext cx="4348481" cy="2156411"/>
          </a:xfrm>
          <a:prstGeom prst="roundRect">
            <a:avLst>
              <a:gd name="adj" fmla="val 2576"/>
            </a:avLst>
          </a:prstGeom>
          <a:solidFill>
            <a:srgbClr val="B88C00"/>
          </a:solidFill>
        </p:spPr>
        <p:txBody>
          <a:bodyPr wrap="square" rtlCol="0">
            <a:no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Hands-on Capstone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Build Spring MVC Backend service.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Expose REST APIs with DB persistence.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Build and Deploy application in an external server.</a:t>
            </a:r>
          </a:p>
          <a:p>
            <a:endParaRPr lang="en-US" sz="1200" b="1" dirty="0">
              <a:solidFill>
                <a:schemeClr val="bg1"/>
              </a:solidFill>
              <a:latin typeface="Silka" panose="020B0604020202020204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Outcome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Able to build and test enterprise-style Java Backend services.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Understand end-to-end flow (API → DB)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Integrate the application with Apache Zookeeper and Storm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D286A-6CB0-8A5C-F744-CC296761F28D}"/>
              </a:ext>
            </a:extLst>
          </p:cNvPr>
          <p:cNvSpPr txBox="1"/>
          <p:nvPr/>
        </p:nvSpPr>
        <p:spPr>
          <a:xfrm>
            <a:off x="7223545" y="3530601"/>
            <a:ext cx="4348481" cy="3056825"/>
          </a:xfrm>
          <a:prstGeom prst="roundRect">
            <a:avLst>
              <a:gd name="adj" fmla="val 1620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MCQ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Objective Tests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Scenario-based Questions</a:t>
            </a: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Trainer Assessment &amp; Approval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Develop Spring MVC REST backend with DB persistence and deployment.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Code reviewed for modularity, correctness, logging, and error handling.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55600" lvl="1"/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all evaluation and assessments.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18" name="Graphic 17" descr="Graduation cap outline">
            <a:extLst>
              <a:ext uri="{FF2B5EF4-FFF2-40B4-BE49-F238E27FC236}">
                <a16:creationId xmlns:a16="http://schemas.microsoft.com/office/drawing/2014/main" id="{D9F5A2C7-4F7D-E420-E819-3CF7B399A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0468" y="5313631"/>
            <a:ext cx="543560" cy="543560"/>
          </a:xfrm>
          <a:prstGeom prst="rect">
            <a:avLst/>
          </a:prstGeom>
        </p:spPr>
      </p:pic>
      <p:pic>
        <p:nvPicPr>
          <p:cNvPr id="19" name="Graphic 18" descr="Clipboard Partially Checked outline">
            <a:extLst>
              <a:ext uri="{FF2B5EF4-FFF2-40B4-BE49-F238E27FC236}">
                <a16:creationId xmlns:a16="http://schemas.microsoft.com/office/drawing/2014/main" id="{95E3D21A-3630-5D87-09C8-6AB9E6E1E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1520" y="3554309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4414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59CB-D801-0303-FC15-9EF3AC2C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ED700D0-F3EE-3AF0-4E99-555CD636023C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C16C04-E5CD-4B0E-6522-984CF8E0C682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6DCF96-4023-8C68-C0C1-793A65B6D52F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4EFAEE0-1C23-02ED-6A1E-B60ED67BE3C5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1694AD3-A6EA-9420-17C3-989DDEC05D0C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3150AD-F64A-81D7-99A8-046D11B80AC9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5D75055-A69B-4A2F-7A6D-2694C86C8B08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59E8CD-1DAD-ECE7-3677-11F80457D5B4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D92171-0D1E-D7F0-F2B1-4445B5C441BE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1361F7-A3A4-FE74-50C4-FB749FBAB8E0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6C2B72-9FD7-B649-404D-2CEF86CB2647}"/>
              </a:ext>
            </a:extLst>
          </p:cNvPr>
          <p:cNvSpPr txBox="1"/>
          <p:nvPr/>
        </p:nvSpPr>
        <p:spPr>
          <a:xfrm>
            <a:off x="2530200" y="1188000"/>
            <a:ext cx="4470040" cy="5385520"/>
          </a:xfrm>
          <a:prstGeom prst="rect">
            <a:avLst/>
          </a:prstGeom>
          <a:noFill/>
        </p:spPr>
        <p:txBody>
          <a:bodyPr wrap="square" lIns="7200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Testing </a:t>
            </a:r>
            <a:endParaRPr lang="en-SG" sz="1200" dirty="0">
              <a:latin typeface="Silka" panose="020B0604020202020204"/>
            </a:endParaRP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Designing test cases &amp; Manual Testing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JUNIT</a:t>
            </a:r>
            <a:endParaRPr lang="en-SG" sz="1200" dirty="0">
              <a:latin typeface="Silka" panose="020B0604020202020204"/>
            </a:endParaRP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Unit testing with Junit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Mocking with Mockito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API testing using Postman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HTML 5, CSS 3 with Bootstrap 5, JavaScript ES6 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HTML5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CSS 3 with Bootstrap 5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JavaScript ES6 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Web Page Development (HTML, CSS, JS)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TypeScript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Variables &amp; data types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Functions &amp; classes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Interfaces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Decorators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ES6 concepts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NodeJS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Traditional vs Nodejs Server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Node.js Core Concepts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Node.js Core Modules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NodeJS Commands</a:t>
            </a:r>
            <a:endParaRPr lang="en-SG" sz="900" dirty="0">
              <a:latin typeface="Silka" panose="020B0604020202020204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Angular</a:t>
            </a:r>
            <a:endParaRPr lang="en-SG" sz="1200" dirty="0">
              <a:latin typeface="Silka" panose="020B0604020202020204"/>
            </a:endParaRP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Introduction to Angular and Setup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Components, Templates &amp; Data Binding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US" sz="1200" dirty="0">
                <a:latin typeface="Silka" panose="020B0604020202020204"/>
              </a:rPr>
              <a:t>Services, Routing &amp; Forms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US" sz="1200" dirty="0">
                <a:latin typeface="Silka" panose="020B0604020202020204"/>
              </a:rPr>
              <a:t>REST API, Security &amp; Testing and Integration with Backend API's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9FC3A-C538-4284-40A4-0A0CE0FCAE97}"/>
              </a:ext>
            </a:extLst>
          </p:cNvPr>
          <p:cNvSpPr/>
          <p:nvPr/>
        </p:nvSpPr>
        <p:spPr>
          <a:xfrm>
            <a:off x="2367280" y="548352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5C668-037E-78E4-6D7D-F857AD208D73}"/>
              </a:ext>
            </a:extLst>
          </p:cNvPr>
          <p:cNvSpPr txBox="1"/>
          <p:nvPr/>
        </p:nvSpPr>
        <p:spPr>
          <a:xfrm>
            <a:off x="2385572" y="543129"/>
            <a:ext cx="9207788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dirty="0"/>
              <a:t>Phase 3 - TDD Approach and Enterprise Full-Stack application development using Angular and Spring Boot (12 Days)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0F12A-8912-B697-AEFB-48310DBCE457}"/>
              </a:ext>
            </a:extLst>
          </p:cNvPr>
          <p:cNvSpPr txBox="1"/>
          <p:nvPr/>
        </p:nvSpPr>
        <p:spPr>
          <a:xfrm>
            <a:off x="7244879" y="1272589"/>
            <a:ext cx="4348481" cy="921971"/>
          </a:xfrm>
          <a:prstGeom prst="roundRect">
            <a:avLst>
              <a:gd name="adj" fmla="val 2576"/>
            </a:avLst>
          </a:prstGeom>
          <a:solidFill>
            <a:srgbClr val="B88C00"/>
          </a:solidFill>
        </p:spPr>
        <p:txBody>
          <a:bodyPr wrap="square" rtlCol="0">
            <a:no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Hands-on Capstone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Hands on to write the manual test cases to the developed java application or Spring MVC application and convert them to Junit test cases.</a:t>
            </a:r>
          </a:p>
          <a:p>
            <a:endParaRPr lang="en-US" sz="1200" b="1" dirty="0">
              <a:solidFill>
                <a:schemeClr val="bg1"/>
              </a:solidFill>
              <a:latin typeface="Silka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7E08D-6849-6A6B-470B-598F424BA178}"/>
              </a:ext>
            </a:extLst>
          </p:cNvPr>
          <p:cNvSpPr txBox="1"/>
          <p:nvPr/>
        </p:nvSpPr>
        <p:spPr>
          <a:xfrm>
            <a:off x="7244079" y="2245360"/>
            <a:ext cx="4348481" cy="3056825"/>
          </a:xfrm>
          <a:prstGeom prst="roundRect">
            <a:avLst>
              <a:gd name="adj" fmla="val 1620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MCQ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Objective Tests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Scenario-based Questions</a:t>
            </a: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Trainer Assessment &amp; Approval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Design and write manual test cases, then convert to Junit.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Apply mocking and API testing.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Build Angular UI: Components, routing, REST API integration</a:t>
            </a:r>
          </a:p>
          <a:p>
            <a:pPr marL="630237" lvl="2"/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55600" lvl="1"/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all evaluation and assessments.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17" name="Graphic 16" descr="Graduation cap outline">
            <a:extLst>
              <a:ext uri="{FF2B5EF4-FFF2-40B4-BE49-F238E27FC236}">
                <a16:creationId xmlns:a16="http://schemas.microsoft.com/office/drawing/2014/main" id="{499AE3FE-71C5-D89C-AC2F-0E493FE28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1002" y="4231590"/>
            <a:ext cx="543560" cy="543560"/>
          </a:xfrm>
          <a:prstGeom prst="rect">
            <a:avLst/>
          </a:prstGeom>
        </p:spPr>
      </p:pic>
      <p:pic>
        <p:nvPicPr>
          <p:cNvPr id="19" name="Graphic 18" descr="Clipboard Partially Checked outline">
            <a:extLst>
              <a:ext uri="{FF2B5EF4-FFF2-40B4-BE49-F238E27FC236}">
                <a16:creationId xmlns:a16="http://schemas.microsoft.com/office/drawing/2014/main" id="{212A77C6-8419-DC72-4B73-F923DD4E8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2054" y="2269068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615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A81F-8680-0CF9-1C84-FB3E1A38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AFD5DA0-6BDA-4AA7-559F-5AE8992A9CAE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C3C3EE-FCB9-46ED-82F3-93EF7677B7C3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E041439-7EC1-9A21-0D74-8ACC84637F7F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546C480-537F-B452-388D-267F69F2253F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DA701D-CE18-D8C9-87F2-FAAA530AC157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8B1F226-BBD2-8C78-85C1-7518E9FA6F56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EEE2074-A6A1-76FB-844C-D68AEEB50C65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70D4222-D073-6875-B275-04F487D5CE81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4EC7E1-E182-E560-83B9-3F1F244ABF59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FF9E17-3D5C-F8F8-3F3A-476B579C0835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1F882-CBC1-6C99-6DB1-B3F433A5D72E}"/>
              </a:ext>
            </a:extLst>
          </p:cNvPr>
          <p:cNvSpPr txBox="1"/>
          <p:nvPr/>
        </p:nvSpPr>
        <p:spPr>
          <a:xfrm>
            <a:off x="2530200" y="1188000"/>
            <a:ext cx="4470040" cy="5463956"/>
          </a:xfrm>
          <a:prstGeom prst="rect">
            <a:avLst/>
          </a:prstGeom>
          <a:noFill/>
        </p:spPr>
        <p:txBody>
          <a:bodyPr wrap="square" lIns="7200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Spring Boot &amp; Enterprise Java</a:t>
            </a:r>
            <a:endParaRPr lang="en-SG" sz="1200" dirty="0">
              <a:latin typeface="Silka" panose="020B0604020202020204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Boot fundamentals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Boot Architecture (High Level)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Core Annotations (Must-Know)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REST API Development using Spring Boot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Boot and Data JPA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Spring Boot and Spring Security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Integrate with Angular and Spring Boot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endParaRPr lang="en-SG" sz="1600" dirty="0">
              <a:latin typeface="Silka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C44E97-0338-5AF8-B3AE-C0A5444B6AA4}"/>
              </a:ext>
            </a:extLst>
          </p:cNvPr>
          <p:cNvSpPr/>
          <p:nvPr/>
        </p:nvSpPr>
        <p:spPr>
          <a:xfrm>
            <a:off x="2367280" y="548352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1BF97-0001-5E2B-004D-73ACC1D1C23D}"/>
              </a:ext>
            </a:extLst>
          </p:cNvPr>
          <p:cNvSpPr txBox="1"/>
          <p:nvPr/>
        </p:nvSpPr>
        <p:spPr>
          <a:xfrm>
            <a:off x="2385572" y="543129"/>
            <a:ext cx="9207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3 - TDD Approach and Enterprise Full-Stack application development using Angular and Spring Boot (12 Days) </a:t>
            </a:r>
            <a:r>
              <a:rPr lang="en-US" sz="1600" dirty="0">
                <a:solidFill>
                  <a:srgbClr val="FF0000"/>
                </a:solidFill>
                <a:latin typeface="Silka" panose="020B0604020202020204"/>
              </a:rPr>
              <a:t>(Continue)</a:t>
            </a:r>
            <a:endParaRPr lang="en-SG" sz="1400" dirty="0">
              <a:solidFill>
                <a:srgbClr val="FF0000"/>
              </a:solidFill>
              <a:latin typeface="Silka" panose="020B06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8C9EC-512C-831C-413C-E6957FB142E2}"/>
              </a:ext>
            </a:extLst>
          </p:cNvPr>
          <p:cNvSpPr txBox="1"/>
          <p:nvPr/>
        </p:nvSpPr>
        <p:spPr>
          <a:xfrm>
            <a:off x="7244879" y="1231949"/>
            <a:ext cx="4348481" cy="2029411"/>
          </a:xfrm>
          <a:prstGeom prst="roundRect">
            <a:avLst>
              <a:gd name="adj" fmla="val 2576"/>
            </a:avLst>
          </a:prstGeom>
          <a:solidFill>
            <a:srgbClr val="B88C00"/>
          </a:solidFill>
        </p:spPr>
        <p:txBody>
          <a:bodyPr wrap="square" rtlCol="0">
            <a:no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Silka" panose="020B0604020202020204"/>
              </a:rPr>
              <a:t>Hands-on Capstone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Build Spring Boot–based Backend service.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Expose REST APIs with DB persistence.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Integrate with Angular / React UI.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Apply unit &amp; basic integration testing.</a:t>
            </a:r>
          </a:p>
          <a:p>
            <a:endParaRPr lang="en-US" sz="1200" b="1">
              <a:solidFill>
                <a:schemeClr val="bg1"/>
              </a:solidFill>
              <a:latin typeface="Silka" panose="020B0604020202020204"/>
            </a:endParaRPr>
          </a:p>
          <a:p>
            <a:r>
              <a:rPr lang="en-US" sz="1200" b="1">
                <a:solidFill>
                  <a:schemeClr val="bg1"/>
                </a:solidFill>
                <a:latin typeface="Silka" panose="020B0604020202020204"/>
              </a:rPr>
              <a:t>Outcome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Able to build and test enterprise-style Java backend services.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Understand end-to-end flow (UI → API → DB).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C9DB5-C3E7-C2EF-95BB-8FD17996C230}"/>
              </a:ext>
            </a:extLst>
          </p:cNvPr>
          <p:cNvSpPr txBox="1"/>
          <p:nvPr/>
        </p:nvSpPr>
        <p:spPr>
          <a:xfrm>
            <a:off x="7244879" y="3312160"/>
            <a:ext cx="4348481" cy="3241040"/>
          </a:xfrm>
          <a:prstGeom prst="roundRect">
            <a:avLst>
              <a:gd name="adj" fmla="val 1695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MCQ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Objective Tests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Scenario-based Questions</a:t>
            </a: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Trainer Assessment &amp; Approval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Develop Spring Boot backend with REST APIs &amp; DB persistence.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Apply mocking and API testing.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Build Angular UI: Components, routing, REST API integration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Trainer review check: Test coverage, UI-backend flow, code cleanliness</a:t>
            </a:r>
          </a:p>
          <a:p>
            <a:pPr marL="630237" lvl="2"/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55600" lvl="1"/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all evaluation and assessments.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17" name="Graphic 16" descr="Graduation cap outline">
            <a:extLst>
              <a:ext uri="{FF2B5EF4-FFF2-40B4-BE49-F238E27FC236}">
                <a16:creationId xmlns:a16="http://schemas.microsoft.com/office/drawing/2014/main" id="{083F095A-050A-57DF-13F5-290451C6F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1802" y="5684470"/>
            <a:ext cx="543560" cy="543560"/>
          </a:xfrm>
          <a:prstGeom prst="rect">
            <a:avLst/>
          </a:prstGeom>
        </p:spPr>
      </p:pic>
      <p:pic>
        <p:nvPicPr>
          <p:cNvPr id="19" name="Graphic 18" descr="Clipboard Partially Checked outline">
            <a:extLst>
              <a:ext uri="{FF2B5EF4-FFF2-40B4-BE49-F238E27FC236}">
                <a16:creationId xmlns:a16="http://schemas.microsoft.com/office/drawing/2014/main" id="{76E0C2FE-9C5C-263E-CD35-43F512655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2854" y="3335868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482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DE3A-0821-B31A-3526-775D5F85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CB5D04C-D6C0-993D-F46D-3DF270EFB7F5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1BB25-722A-6512-6273-23E891F83153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368589B-1A09-3947-99A9-FD7836379C80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0B5BE7-5F7D-611E-6DB5-030AEB34F2C3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96C539-7C28-407D-6A75-E9369150EDDE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03C2C8C-FF19-6939-06DD-77F92C2D4CF5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4955041-535A-E3FB-8FC6-360653C12742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91F1C4B-6320-F4BE-1153-8D163B644EA7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492A359-8805-305A-7F06-923A33CC6FC1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0A157A-9ABC-AF65-412F-BAE8B5460B30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971A46-48B9-E3F1-DFDF-C27F48660024}"/>
              </a:ext>
            </a:extLst>
          </p:cNvPr>
          <p:cNvSpPr txBox="1"/>
          <p:nvPr/>
        </p:nvSpPr>
        <p:spPr>
          <a:xfrm>
            <a:off x="2530200" y="1188000"/>
            <a:ext cx="4470040" cy="5463956"/>
          </a:xfrm>
          <a:prstGeom prst="rect">
            <a:avLst/>
          </a:prstGeom>
          <a:noFill/>
        </p:spPr>
        <p:txBody>
          <a:bodyPr wrap="square" lIns="7200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Digital Port &amp; Terminal Domain</a:t>
            </a:r>
            <a:endParaRPr lang="en-SG" sz="1200" dirty="0">
              <a:latin typeface="Silka" panose="020B0604020202020204"/>
            </a:endParaRP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Introduction to Digital Port - "A Beginner's Guide to Digital Port"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Container Terminal Operations/Functions Planning: Vessel, Yard &amp; Berth Planning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Stakeholders in Container Terminal Operations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Introducing Control Centre Monitor and Control  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Introduction for </a:t>
            </a:r>
            <a:r>
              <a:rPr lang="en-SG" sz="1200" dirty="0" err="1">
                <a:latin typeface="Silka" panose="020B0604020202020204"/>
              </a:rPr>
              <a:t>PortNet</a:t>
            </a:r>
            <a:r>
              <a:rPr lang="en-SG" sz="1200" dirty="0">
                <a:latin typeface="Silka" panose="020B0604020202020204"/>
              </a:rPr>
              <a:t> (NGPN)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Integration &amp; Messaging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Event-driven architecture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Messaging concepts (Kafka / RabbitMQ – intro)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API Gateway concepts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File-based &amp; EDI integrations (conceptual)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Real-world Scenarios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Vessel arrival notifications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Container status updates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Integration with customs / shipping lines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endParaRPr lang="en-SG" sz="1200" dirty="0">
              <a:latin typeface="Silka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26AD3-0FCF-BF9F-1796-485E7C48F8A2}"/>
              </a:ext>
            </a:extLst>
          </p:cNvPr>
          <p:cNvSpPr/>
          <p:nvPr/>
        </p:nvSpPr>
        <p:spPr>
          <a:xfrm>
            <a:off x="2367280" y="535580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CDDA5-BB29-E6B4-138F-A4A30C3818DD}"/>
              </a:ext>
            </a:extLst>
          </p:cNvPr>
          <p:cNvSpPr txBox="1"/>
          <p:nvPr/>
        </p:nvSpPr>
        <p:spPr>
          <a:xfrm>
            <a:off x="2385572" y="653467"/>
            <a:ext cx="9207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4 - Digital Port Domain &amp; Integrations (5 Days)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383DB-8DE2-9EF0-6319-639C201A96D7}"/>
              </a:ext>
            </a:extLst>
          </p:cNvPr>
          <p:cNvSpPr txBox="1"/>
          <p:nvPr/>
        </p:nvSpPr>
        <p:spPr>
          <a:xfrm>
            <a:off x="7255039" y="1188001"/>
            <a:ext cx="4348481" cy="803360"/>
          </a:xfrm>
          <a:prstGeom prst="roundRect">
            <a:avLst>
              <a:gd name="adj" fmla="val 2576"/>
            </a:avLst>
          </a:prstGeom>
          <a:solidFill>
            <a:srgbClr val="B88C00"/>
          </a:solidFill>
        </p:spPr>
        <p:txBody>
          <a:bodyPr wrap="square" rtlCol="0">
            <a:no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Silka" panose="020B0604020202020204"/>
              </a:rPr>
              <a:t>Outcome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Developers understand why systems exist, not just how to code.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A40E0-D415-4FD9-D409-BF7332B61D45}"/>
              </a:ext>
            </a:extLst>
          </p:cNvPr>
          <p:cNvSpPr txBox="1"/>
          <p:nvPr/>
        </p:nvSpPr>
        <p:spPr>
          <a:xfrm>
            <a:off x="7244079" y="2069453"/>
            <a:ext cx="4348481" cy="3295027"/>
          </a:xfrm>
          <a:prstGeom prst="roundRect">
            <a:avLst>
              <a:gd name="adj" fmla="val 2024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MCQ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All DP Domain e-learning assessment.</a:t>
            </a: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Trainer Assessment &amp; Approval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Scenario-based assignment: </a:t>
            </a:r>
          </a:p>
          <a:p>
            <a:pPr marL="1076325" lvl="3" indent="-2730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Design 1 to 2 realistic use cases (e.g., vessel arrival, container status)</a:t>
            </a:r>
          </a:p>
          <a:p>
            <a:pPr marL="1076325" lvl="3" indent="-2730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Deliverables include:</a:t>
            </a:r>
          </a:p>
          <a:p>
            <a:pPr marL="1260475" lvl="3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Simple flow diagram</a:t>
            </a:r>
          </a:p>
          <a:p>
            <a:pPr marL="1260475" lvl="3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Step-by-step explanation</a:t>
            </a:r>
          </a:p>
          <a:p>
            <a:pPr marL="1260475" lvl="3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Identification of systems and integrations involved.</a:t>
            </a:r>
          </a:p>
          <a:p>
            <a:pPr marL="630237" lvl="2"/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55600" lvl="1"/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all evaluation and assessments.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17" name="Graphic 16" descr="Graduation cap outline">
            <a:extLst>
              <a:ext uri="{FF2B5EF4-FFF2-40B4-BE49-F238E27FC236}">
                <a16:creationId xmlns:a16="http://schemas.microsoft.com/office/drawing/2014/main" id="{BB17309A-2C96-2FD3-5866-66B92003F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1002" y="4441764"/>
            <a:ext cx="543560" cy="543560"/>
          </a:xfrm>
          <a:prstGeom prst="rect">
            <a:avLst/>
          </a:prstGeom>
        </p:spPr>
      </p:pic>
      <p:pic>
        <p:nvPicPr>
          <p:cNvPr id="19" name="Graphic 18" descr="Clipboard Partially Checked outline">
            <a:extLst>
              <a:ext uri="{FF2B5EF4-FFF2-40B4-BE49-F238E27FC236}">
                <a16:creationId xmlns:a16="http://schemas.microsoft.com/office/drawing/2014/main" id="{E3CDF512-42C1-5039-BB1E-20BE4F68D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2054" y="2093162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1090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DD3CA-8FD0-D8C1-C3DB-02A2FCF8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B8B310-7115-3832-165A-C776FEF43F90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9D4434-E4BA-E821-1916-C3E9FBF6D4CC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C4B667-044A-752E-A3E4-95CB42936289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730F86B-F5B0-F8C5-32D7-53025D87ADD9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19E79C-C73C-8870-9051-BF316B61477B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094DCE6-30DC-BB80-5694-6445A01935C6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D8A59A-7B63-C408-D5B8-110C9D9B36A2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EB95F35-6F07-E2A5-DD31-582198DDEA82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127DE33-6AB5-7CA2-044A-10801DB4B1EF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6D0549-9438-AF20-4EC9-63B7AF13BA8E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1FA983-F1CF-CC4B-A343-E48AFA444410}"/>
              </a:ext>
            </a:extLst>
          </p:cNvPr>
          <p:cNvSpPr txBox="1"/>
          <p:nvPr/>
        </p:nvSpPr>
        <p:spPr>
          <a:xfrm>
            <a:off x="2530200" y="1188000"/>
            <a:ext cx="4470040" cy="5463956"/>
          </a:xfrm>
          <a:prstGeom prst="rect">
            <a:avLst/>
          </a:prstGeom>
          <a:noFill/>
        </p:spPr>
        <p:txBody>
          <a:bodyPr wrap="square" lIns="7200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DevOps Fundamentals</a:t>
            </a:r>
            <a:endParaRPr lang="en-SG" sz="1200" dirty="0">
              <a:latin typeface="Silka" panose="020B0604020202020204"/>
            </a:endParaRP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CI/CD concepts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Jenkins / GitHub Actions (intro)</a:t>
            </a:r>
          </a:p>
          <a:p>
            <a:pPr marL="447675" lvl="1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Build tools (Maven / Gradle)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Containers &amp; Cloud (Concept + Light Hands-on)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Docker basics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Kubernetes concepts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Cloud basics (AWS / Azure – overview)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Security &amp; Compliance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OAuth2 / OpenID Connect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API security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Secure coding practices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OWASP TOP 10 Threads</a:t>
            </a: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20B0604020202020204"/>
              </a:rPr>
              <a:t>Data Privacy basics (PDPA / GDPR awareness)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20B0604020202020204"/>
              </a:rPr>
              <a:t>Prompt Engineering</a:t>
            </a:r>
            <a:endParaRPr lang="en-SG" sz="1200" dirty="0">
              <a:latin typeface="Silka" panose="020B0604020202020204"/>
            </a:endParaRPr>
          </a:p>
          <a:p>
            <a:pPr marL="447675" indent="-184150">
              <a:buFont typeface="Arial" panose="020B0604020202020204" pitchFamily="34" charset="0"/>
              <a:buChar char="•"/>
            </a:pPr>
            <a:r>
              <a:rPr lang="en-US" sz="1200" dirty="0">
                <a:latin typeface="Silka" panose="020B0604020202020204"/>
              </a:rPr>
              <a:t>Prompt Engineering for Developers: The Definitive Guide (Online)</a:t>
            </a:r>
            <a:endParaRPr lang="en-SG" sz="1200" dirty="0">
              <a:latin typeface="Silka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FC8C3-EC14-A2FF-8731-089761C228CF}"/>
              </a:ext>
            </a:extLst>
          </p:cNvPr>
          <p:cNvSpPr/>
          <p:nvPr/>
        </p:nvSpPr>
        <p:spPr>
          <a:xfrm>
            <a:off x="2367280" y="535580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1B7DE-53CB-BFA6-EC0A-C74A08571B19}"/>
              </a:ext>
            </a:extLst>
          </p:cNvPr>
          <p:cNvSpPr txBox="1"/>
          <p:nvPr/>
        </p:nvSpPr>
        <p:spPr>
          <a:xfrm>
            <a:off x="2385572" y="653467"/>
            <a:ext cx="9207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5 - DevOps, Quality &amp; Security (4 Days)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5D2AA-4474-E378-5B19-26E3748522D0}"/>
              </a:ext>
            </a:extLst>
          </p:cNvPr>
          <p:cNvSpPr txBox="1"/>
          <p:nvPr/>
        </p:nvSpPr>
        <p:spPr>
          <a:xfrm>
            <a:off x="7244879" y="1231950"/>
            <a:ext cx="4348481" cy="636626"/>
          </a:xfrm>
          <a:prstGeom prst="roundRect">
            <a:avLst>
              <a:gd name="adj" fmla="val 2576"/>
            </a:avLst>
          </a:prstGeom>
          <a:solidFill>
            <a:srgbClr val="B88C00"/>
          </a:solidFill>
        </p:spPr>
        <p:txBody>
          <a:bodyPr wrap="square" rtlCol="0">
            <a:no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Silka" panose="020B0604020202020204"/>
              </a:rPr>
              <a:t>Outcome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Silka" panose="020B0604020202020204"/>
              </a:rPr>
              <a:t>Production-ready mindset.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2E021-E93F-8C2F-F4FC-DFF0208F8EF4}"/>
              </a:ext>
            </a:extLst>
          </p:cNvPr>
          <p:cNvSpPr txBox="1"/>
          <p:nvPr/>
        </p:nvSpPr>
        <p:spPr>
          <a:xfrm>
            <a:off x="7244079" y="1928320"/>
            <a:ext cx="4348481" cy="4157520"/>
          </a:xfrm>
          <a:prstGeom prst="roundRect">
            <a:avLst>
              <a:gd name="adj" fmla="val 1511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MCQ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Objective Tests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bg1"/>
                </a:solidFill>
                <a:latin typeface="Silka" panose="020B0604020202020204"/>
              </a:rPr>
              <a:t>Scenario-based Questions</a:t>
            </a:r>
          </a:p>
          <a:p>
            <a:pPr marL="630238" lvl="1" indent="-274638">
              <a:spcBef>
                <a:spcPts val="600"/>
              </a:spcBef>
              <a:buFont typeface="+mj-lt"/>
              <a:buAutoNum type="romanLcPeriod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Trainer Assessment &amp; Approval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Guided lab tasks:</a:t>
            </a:r>
          </a:p>
          <a:p>
            <a:pPr marL="1076325" lvl="3" indent="-2730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Create CI/CD pipeline (GitHub Actions or Jenkins)</a:t>
            </a:r>
          </a:p>
          <a:p>
            <a:pPr marL="1076325" lvl="3" indent="-2730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Build project and generate artifacts</a:t>
            </a:r>
          </a:p>
          <a:p>
            <a:pPr marL="1076325" lvl="3" indent="-2730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Create and run Docker image</a:t>
            </a:r>
          </a:p>
          <a:p>
            <a:pPr marL="1076325" lvl="3" indent="-2730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Basic Kubernetes deployment explanation/demo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Evaluation based on setup correctness and execution success.</a:t>
            </a:r>
          </a:p>
          <a:p>
            <a:pPr marL="803275" lvl="2" indent="-173038">
              <a:buFont typeface="Arial" panose="020B0604020202020204" pitchFamily="34" charset="0"/>
              <a:buChar char="•"/>
            </a:pPr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55600" lvl="1"/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all evaluation and assessments.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21" name="Graphic 20" descr="Graduation cap outline">
            <a:extLst>
              <a:ext uri="{FF2B5EF4-FFF2-40B4-BE49-F238E27FC236}">
                <a16:creationId xmlns:a16="http://schemas.microsoft.com/office/drawing/2014/main" id="{BAD92B02-D2D0-8BAD-6E37-336C79669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8494" y="4237889"/>
            <a:ext cx="543560" cy="543560"/>
          </a:xfrm>
          <a:prstGeom prst="rect">
            <a:avLst/>
          </a:prstGeom>
        </p:spPr>
      </p:pic>
      <p:pic>
        <p:nvPicPr>
          <p:cNvPr id="22" name="Graphic 21" descr="Clipboard Partially Checked outline">
            <a:extLst>
              <a:ext uri="{FF2B5EF4-FFF2-40B4-BE49-F238E27FC236}">
                <a16:creationId xmlns:a16="http://schemas.microsoft.com/office/drawing/2014/main" id="{E34A7342-0736-DCCD-8453-678F1DD99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2054" y="1941932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8299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BDC1-2BA9-77DE-4803-85D3EBD6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2E1B40F-C199-5957-3F4E-0F3B58059CD7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941118-D4F4-1B9E-CE6D-46B200EB66B4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14F5607-BA11-A8B3-E55E-8DA1993A783E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ED8AE1F-01B7-BD12-B559-FCFAF097133C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533554-1CE4-F225-71B4-00208C10E50B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E1D2A4C-9333-0069-3F88-D76568C1D940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4E17BCB-5132-C701-90D2-9CCD19079B77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A1660EA-F166-7731-6BAC-77C46FACB7AF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C0299D3-5D7E-1278-4259-D7872060F101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BEEAFD-67D9-FA03-5719-E1262B076367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1C3B9-E49F-C623-CEDF-5CACD1C4F496}"/>
              </a:ext>
            </a:extLst>
          </p:cNvPr>
          <p:cNvSpPr txBox="1"/>
          <p:nvPr/>
        </p:nvSpPr>
        <p:spPr>
          <a:xfrm>
            <a:off x="2530200" y="1188000"/>
            <a:ext cx="4470040" cy="5463956"/>
          </a:xfrm>
          <a:prstGeom prst="rect">
            <a:avLst/>
          </a:prstGeom>
          <a:noFill/>
        </p:spPr>
        <p:txBody>
          <a:bodyPr wrap="square" lIns="7200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0000500000000000000"/>
              </a:rPr>
              <a:t>Capstone Project (Team-based)</a:t>
            </a:r>
            <a:endParaRPr lang="en-SG" sz="1200" dirty="0">
              <a:latin typeface="Silka" panose="00000500000000000000"/>
            </a:endParaRP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Simulate a </a:t>
            </a:r>
            <a:r>
              <a:rPr lang="en-SG" sz="1200" b="1" dirty="0">
                <a:latin typeface="Silka" panose="00000500000000000000"/>
              </a:rPr>
              <a:t>Digital Port Platform</a:t>
            </a:r>
            <a:r>
              <a:rPr lang="en-SG" sz="1200" dirty="0">
                <a:latin typeface="Silka" panose="00000500000000000000"/>
              </a:rPr>
              <a:t>: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Multiple Java microservices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REST + messaging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Database persistence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CI pipeline</a:t>
            </a:r>
          </a:p>
          <a:p>
            <a:pPr marL="538163" lvl="1" indent="-274638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Basic monitoring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Silka" panose="00000500000000000000"/>
              </a:rPr>
              <a:t>Shadow Project</a:t>
            </a:r>
            <a:endParaRPr lang="en-SG" sz="1200" dirty="0">
              <a:latin typeface="Silka" panose="00000500000000000000"/>
            </a:endParaRPr>
          </a:p>
          <a:p>
            <a:pPr marL="549275" indent="-2857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Pair with real SDC project teams</a:t>
            </a:r>
          </a:p>
          <a:p>
            <a:pPr marL="549275" indent="-2857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Code reviews</a:t>
            </a:r>
          </a:p>
          <a:p>
            <a:pPr marL="549275" indent="-2857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Bug fixing</a:t>
            </a:r>
          </a:p>
          <a:p>
            <a:pPr marL="549275" indent="-285750">
              <a:buFont typeface="Arial" panose="020B0604020202020204" pitchFamily="34" charset="0"/>
              <a:buChar char="•"/>
            </a:pPr>
            <a:r>
              <a:rPr lang="en-SG" sz="1200" dirty="0">
                <a:latin typeface="Silka" panose="00000500000000000000"/>
              </a:rPr>
              <a:t>Feature enhancement under mentor supervision</a:t>
            </a:r>
            <a:endParaRPr lang="en-SG" sz="1600" dirty="0">
              <a:latin typeface="Silka" panose="0000050000000000000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34D12-FF2B-9286-C5EA-7EC327E9BA2A}"/>
              </a:ext>
            </a:extLst>
          </p:cNvPr>
          <p:cNvSpPr/>
          <p:nvPr/>
        </p:nvSpPr>
        <p:spPr>
          <a:xfrm>
            <a:off x="2367280" y="535580"/>
            <a:ext cx="9469120" cy="574328"/>
          </a:xfrm>
          <a:prstGeom prst="rect">
            <a:avLst/>
          </a:pr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693C8-FDCD-86BB-D0D2-259F7398186B}"/>
              </a:ext>
            </a:extLst>
          </p:cNvPr>
          <p:cNvSpPr txBox="1"/>
          <p:nvPr/>
        </p:nvSpPr>
        <p:spPr>
          <a:xfrm>
            <a:off x="2385572" y="653467"/>
            <a:ext cx="9207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6 - Capstone + Shadow Project (4 Days)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682CF-D470-6C4A-2312-8655A0A024FC}"/>
              </a:ext>
            </a:extLst>
          </p:cNvPr>
          <p:cNvSpPr txBox="1"/>
          <p:nvPr/>
        </p:nvSpPr>
        <p:spPr>
          <a:xfrm>
            <a:off x="7244879" y="1160829"/>
            <a:ext cx="4348481" cy="574329"/>
          </a:xfrm>
          <a:prstGeom prst="roundRect">
            <a:avLst>
              <a:gd name="adj" fmla="val 2576"/>
            </a:avLst>
          </a:prstGeom>
          <a:solidFill>
            <a:srgbClr val="B88C00"/>
          </a:solidFill>
        </p:spPr>
        <p:txBody>
          <a:bodyPr wrap="square" rtlCol="0">
            <a:no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Outcome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Ready for real project allocation.</a:t>
            </a:r>
          </a:p>
          <a:p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FAADD-1870-7F76-3A87-49299124CAE0}"/>
              </a:ext>
            </a:extLst>
          </p:cNvPr>
          <p:cNvSpPr txBox="1"/>
          <p:nvPr/>
        </p:nvSpPr>
        <p:spPr>
          <a:xfrm>
            <a:off x="7244079" y="1785958"/>
            <a:ext cx="4348481" cy="4787562"/>
          </a:xfrm>
          <a:prstGeom prst="roundRect">
            <a:avLst>
              <a:gd name="adj" fmla="val 1511"/>
            </a:avLst>
          </a:prstGeom>
          <a:solidFill>
            <a:schemeClr val="accent6">
              <a:lumMod val="7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Evaluation &amp; Assessment </a:t>
            </a:r>
          </a:p>
          <a:p>
            <a:pPr marL="538163" lvl="1" indent="-182563">
              <a:buFont typeface="+mj-lt"/>
              <a:buAutoNum type="romanL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Final Project Demo + Trainer/Panel Approval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720725" lvl="2" indent="-182563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Successful delivery of end-to-end Digital Port simulation (Microservices + REST + Messaging + DB):</a:t>
            </a:r>
          </a:p>
          <a:p>
            <a:pPr marL="893763" lvl="4" indent="-173038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Demonstrates working CI pipeline &amp; basic monitoring setup.</a:t>
            </a:r>
          </a:p>
          <a:p>
            <a:pPr marL="893763" lvl="4" indent="-173038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Contribution to team-based development (feature ownership, collaboration).</a:t>
            </a:r>
          </a:p>
          <a:p>
            <a:pPr marL="893763" lvl="4" indent="-173038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Code follows clean architecture &amp; best practices</a:t>
            </a:r>
          </a:p>
          <a:p>
            <a:pPr marL="538163" lvl="2" indent="-182563">
              <a:buFont typeface="+mj-lt"/>
              <a:buAutoNum type="romanLcPeriod" startAt="2"/>
            </a:pP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Shadow Project</a:t>
            </a:r>
          </a:p>
          <a:p>
            <a:pPr marL="720725" lvl="3" indent="-182563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Actively contribute to real SDC project tasks (pairing with teams, sprint activities):</a:t>
            </a:r>
          </a:p>
          <a:p>
            <a:pPr marL="893763" lvl="4" indent="-173038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Deliver assigned tasks (bug fixes/ enhancements) with quality and timelines.</a:t>
            </a:r>
          </a:p>
          <a:p>
            <a:pPr marL="893763" lvl="4" indent="-173038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Demonstrate understanding of Agile workflow, ticketing, and CI/CD processes.</a:t>
            </a:r>
            <a:endParaRPr lang="en-SG" sz="1200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endParaRPr lang="en-SG" sz="1200" b="1" dirty="0">
              <a:solidFill>
                <a:schemeClr val="bg1"/>
              </a:solidFill>
              <a:latin typeface="Silka" panose="020B0604020202020204"/>
            </a:endParaRPr>
          </a:p>
          <a:p>
            <a:pPr marL="342900" indent="-342900">
              <a:buFont typeface="+mj-lt"/>
              <a:buAutoNum type="alphaUcPeriod"/>
            </a:pPr>
            <a:r>
              <a:rPr lang="en-SG" sz="1200" b="1" dirty="0">
                <a:solidFill>
                  <a:schemeClr val="bg1"/>
                </a:solidFill>
                <a:latin typeface="Silka" panose="020B0604020202020204"/>
              </a:rPr>
              <a:t>Graduation Criteria</a:t>
            </a: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41350" lvl="1" indent="-285750">
              <a:buFont typeface="+mj-lt"/>
              <a:buAutoNum type="romanLcPeriod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Achieve Overall Score </a:t>
            </a:r>
            <a:r>
              <a:rPr lang="en-US" sz="1200" b="1" dirty="0">
                <a:solidFill>
                  <a:schemeClr val="bg1"/>
                </a:solidFill>
                <a:latin typeface="Silka" panose="020B0604020202020204"/>
              </a:rPr>
              <a:t>&gt;=70% </a:t>
            </a: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in final project demo evaluation and assessments.</a:t>
            </a:r>
          </a:p>
          <a:p>
            <a:pPr marL="641350" lvl="1" indent="-285750">
              <a:buFont typeface="+mj-lt"/>
              <a:buAutoNum type="romanLcPeriod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Exhibit ownership, communication, and continuous learning.</a:t>
            </a:r>
          </a:p>
          <a:p>
            <a:pPr marL="641350" lvl="1" indent="-285750">
              <a:buFont typeface="+mj-lt"/>
              <a:buAutoNum type="romanLcPeriod"/>
            </a:pPr>
            <a:r>
              <a:rPr lang="en-US" sz="1200" dirty="0">
                <a:solidFill>
                  <a:schemeClr val="bg1"/>
                </a:solidFill>
                <a:latin typeface="Silka" panose="020B0604020202020204"/>
              </a:rPr>
              <a:t>Final mentor evaluation &amp; sign-off.</a:t>
            </a:r>
          </a:p>
          <a:p>
            <a:pPr marL="355600" lvl="1"/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  <a:p>
            <a:pPr marL="641350" lvl="1" indent="-285750">
              <a:buFont typeface="+mj-lt"/>
              <a:buAutoNum type="romanLcPeriod"/>
            </a:pPr>
            <a:endParaRPr lang="en-US" sz="1200" dirty="0">
              <a:solidFill>
                <a:schemeClr val="bg1"/>
              </a:solidFill>
              <a:latin typeface="Silka" panose="020B0604020202020204"/>
            </a:endParaRPr>
          </a:p>
        </p:txBody>
      </p:sp>
      <p:pic>
        <p:nvPicPr>
          <p:cNvPr id="20" name="Graphic 19" descr="Graduation cap outline">
            <a:extLst>
              <a:ext uri="{FF2B5EF4-FFF2-40B4-BE49-F238E27FC236}">
                <a16:creationId xmlns:a16="http://schemas.microsoft.com/office/drawing/2014/main" id="{06FC7C99-2AD2-0656-6710-12DCA48F1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7500" y="4799463"/>
            <a:ext cx="468000" cy="468000"/>
          </a:xfrm>
          <a:prstGeom prst="rect">
            <a:avLst/>
          </a:prstGeom>
        </p:spPr>
      </p:pic>
      <p:pic>
        <p:nvPicPr>
          <p:cNvPr id="21" name="Graphic 20" descr="Clipboard Partially Checked outline">
            <a:extLst>
              <a:ext uri="{FF2B5EF4-FFF2-40B4-BE49-F238E27FC236}">
                <a16:creationId xmlns:a16="http://schemas.microsoft.com/office/drawing/2014/main" id="{ECC0F7E5-C7C9-9C17-259E-7AFD521D2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0560" y="1774552"/>
            <a:ext cx="360000" cy="36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8288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350F0-ABA7-0449-F34C-1786ED78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97971CD-FB91-06E3-FE9A-4EA67A349EB8}"/>
              </a:ext>
            </a:extLst>
          </p:cNvPr>
          <p:cNvSpPr txBox="1">
            <a:spLocks/>
          </p:cNvSpPr>
          <p:nvPr/>
        </p:nvSpPr>
        <p:spPr>
          <a:xfrm>
            <a:off x="4277360" y="55880"/>
            <a:ext cx="5648960" cy="41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200" b="1" dirty="0">
                <a:solidFill>
                  <a:srgbClr val="FF0000"/>
                </a:solidFill>
                <a:latin typeface="Silka" panose="020B0604020202020204" charset="0"/>
              </a:rPr>
              <a:t>Programme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9BCC93-BCDD-C799-5B65-3DAB55E79CD5}"/>
              </a:ext>
            </a:extLst>
          </p:cNvPr>
          <p:cNvSpPr/>
          <p:nvPr/>
        </p:nvSpPr>
        <p:spPr>
          <a:xfrm>
            <a:off x="706118" y="523240"/>
            <a:ext cx="1051200" cy="6126480"/>
          </a:xfrm>
          <a:prstGeom prst="rect">
            <a:avLst/>
          </a:prstGeom>
          <a:solidFill>
            <a:srgbClr val="423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5077D44-E415-538B-2764-339DC28D4A92}"/>
              </a:ext>
            </a:extLst>
          </p:cNvPr>
          <p:cNvSpPr/>
          <p:nvPr/>
        </p:nvSpPr>
        <p:spPr>
          <a:xfrm>
            <a:off x="467359" y="77216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451FB75-AD67-1682-3892-D2F51C3035D2}"/>
              </a:ext>
            </a:extLst>
          </p:cNvPr>
          <p:cNvSpPr/>
          <p:nvPr/>
        </p:nvSpPr>
        <p:spPr>
          <a:xfrm>
            <a:off x="467359" y="1562947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83265F-087D-7E92-68E0-9669C036209C}"/>
              </a:ext>
            </a:extLst>
          </p:cNvPr>
          <p:cNvSpPr/>
          <p:nvPr/>
        </p:nvSpPr>
        <p:spPr>
          <a:xfrm>
            <a:off x="467359" y="2353734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616FCC8-6D1F-E422-A9AE-CDEC3254CF45}"/>
              </a:ext>
            </a:extLst>
          </p:cNvPr>
          <p:cNvSpPr/>
          <p:nvPr/>
        </p:nvSpPr>
        <p:spPr>
          <a:xfrm>
            <a:off x="467359" y="3144521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84C0A24-B539-F2EC-32C6-FE0D78BA6032}"/>
              </a:ext>
            </a:extLst>
          </p:cNvPr>
          <p:cNvSpPr/>
          <p:nvPr/>
        </p:nvSpPr>
        <p:spPr>
          <a:xfrm>
            <a:off x="467359" y="3935308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5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7C634A0-F4ED-7AF6-42B8-5CBB6DB3A123}"/>
              </a:ext>
            </a:extLst>
          </p:cNvPr>
          <p:cNvSpPr/>
          <p:nvPr/>
        </p:nvSpPr>
        <p:spPr>
          <a:xfrm>
            <a:off x="467359" y="4726095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dirty="0"/>
              <a:t>Phase 6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DAAC97F-9260-DE09-7032-99F9EAB38E12}"/>
              </a:ext>
            </a:extLst>
          </p:cNvPr>
          <p:cNvSpPr/>
          <p:nvPr/>
        </p:nvSpPr>
        <p:spPr>
          <a:xfrm>
            <a:off x="467359" y="5516880"/>
            <a:ext cx="1523999" cy="772160"/>
          </a:xfrm>
          <a:custGeom>
            <a:avLst/>
            <a:gdLst>
              <a:gd name="csX0" fmla="*/ 1285239 w 1523999"/>
              <a:gd name="csY0" fmla="*/ 0 h 1026160"/>
              <a:gd name="csX1" fmla="*/ 1523998 w 1523999"/>
              <a:gd name="csY1" fmla="*/ 213360 h 1026160"/>
              <a:gd name="csX2" fmla="*/ 1523999 w 1523999"/>
              <a:gd name="csY2" fmla="*/ 213360 h 1026160"/>
              <a:gd name="csX3" fmla="*/ 1523999 w 1523999"/>
              <a:gd name="csY3" fmla="*/ 812800 h 1026160"/>
              <a:gd name="csX4" fmla="*/ 238759 w 1523999"/>
              <a:gd name="csY4" fmla="*/ 812800 h 1026160"/>
              <a:gd name="csX5" fmla="*/ 238759 w 1523999"/>
              <a:gd name="csY5" fmla="*/ 1026160 h 1026160"/>
              <a:gd name="csX6" fmla="*/ 0 w 1523999"/>
              <a:gd name="csY6" fmla="*/ 812800 h 1026160"/>
              <a:gd name="csX7" fmla="*/ 0 w 1523999"/>
              <a:gd name="csY7" fmla="*/ 812800 h 1026160"/>
              <a:gd name="csX8" fmla="*/ 0 w 1523999"/>
              <a:gd name="csY8" fmla="*/ 213360 h 1026160"/>
              <a:gd name="csX9" fmla="*/ 1285239 w 1523999"/>
              <a:gd name="csY9" fmla="*/ 213360 h 102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23999" h="1026160">
                <a:moveTo>
                  <a:pt x="1285239" y="0"/>
                </a:moveTo>
                <a:lnTo>
                  <a:pt x="1523998" y="213360"/>
                </a:lnTo>
                <a:lnTo>
                  <a:pt x="1523999" y="213360"/>
                </a:lnTo>
                <a:lnTo>
                  <a:pt x="1523999" y="812800"/>
                </a:lnTo>
                <a:lnTo>
                  <a:pt x="238759" y="812800"/>
                </a:lnTo>
                <a:lnTo>
                  <a:pt x="238759" y="1026160"/>
                </a:lnTo>
                <a:lnTo>
                  <a:pt x="0" y="812800"/>
                </a:lnTo>
                <a:lnTo>
                  <a:pt x="0" y="812800"/>
                </a:lnTo>
                <a:lnTo>
                  <a:pt x="0" y="213360"/>
                </a:lnTo>
                <a:lnTo>
                  <a:pt x="1285239" y="213360"/>
                </a:lnTo>
                <a:close/>
              </a:path>
            </a:pathLst>
          </a:custGeom>
          <a:solidFill>
            <a:srgbClr val="EDB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SG" b="1" dirty="0"/>
              <a:t>Phase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F28ABF-FDE0-333B-8D30-490DCDF216CC}"/>
              </a:ext>
            </a:extLst>
          </p:cNvPr>
          <p:cNvSpPr/>
          <p:nvPr/>
        </p:nvSpPr>
        <p:spPr>
          <a:xfrm>
            <a:off x="2367280" y="523240"/>
            <a:ext cx="9469120" cy="612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762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BB36E-0F25-36A0-3497-7A2A4AAADC03}"/>
              </a:ext>
            </a:extLst>
          </p:cNvPr>
          <p:cNvSpPr txBox="1"/>
          <p:nvPr/>
        </p:nvSpPr>
        <p:spPr>
          <a:xfrm>
            <a:off x="2530200" y="1188000"/>
            <a:ext cx="4470040" cy="5247640"/>
          </a:xfrm>
          <a:prstGeom prst="rect">
            <a:avLst/>
          </a:prstGeom>
          <a:noFill/>
        </p:spPr>
        <p:txBody>
          <a:bodyPr wrap="square" lIns="72000" rtlCol="0">
            <a:no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SG" sz="1200" dirty="0">
                <a:latin typeface="Silka" panose="00000500000000000000"/>
              </a:rPr>
              <a:t>Assigned Technical Mentor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SG" sz="1200" dirty="0">
                <a:latin typeface="Silka" panose="00000500000000000000"/>
              </a:rPr>
              <a:t>Code Quality checkpoints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SG" sz="1200" dirty="0">
                <a:latin typeface="Silka" panose="00000500000000000000"/>
              </a:rPr>
              <a:t>Agile ceremonies participation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SG" sz="1200" dirty="0">
                <a:latin typeface="Silka" panose="00000500000000000000"/>
              </a:rPr>
              <a:t>Progressive responsibility increase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90BE39-A1B6-C142-050B-E5905F8D554E}"/>
              </a:ext>
            </a:extLst>
          </p:cNvPr>
          <p:cNvSpPr/>
          <p:nvPr/>
        </p:nvSpPr>
        <p:spPr>
          <a:xfrm>
            <a:off x="2367280" y="535580"/>
            <a:ext cx="9469120" cy="574328"/>
          </a:xfrm>
          <a:prstGeom prst="rect">
            <a:avLst/>
          </a:prstGeom>
          <a:solidFill>
            <a:srgbClr val="DAA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14088-7A4C-76F8-EF0D-B6CC5570BBF0}"/>
              </a:ext>
            </a:extLst>
          </p:cNvPr>
          <p:cNvSpPr txBox="1"/>
          <p:nvPr/>
        </p:nvSpPr>
        <p:spPr>
          <a:xfrm>
            <a:off x="2385572" y="653467"/>
            <a:ext cx="9207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Silka" panose="020B0604020202020204"/>
              </a:rPr>
              <a:t>Phase 7 - Mentoring &amp; On-the-Job Learning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275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62F2-16AF-559F-9554-778EBEDE3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A416A6-EC48-793E-7568-53A15BAD55AC}"/>
              </a:ext>
            </a:extLst>
          </p:cNvPr>
          <p:cNvSpPr txBox="1"/>
          <p:nvPr/>
        </p:nvSpPr>
        <p:spPr>
          <a:xfrm>
            <a:off x="2509520" y="2164080"/>
            <a:ext cx="6878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Silka" panose="020B0604020202020204" charset="0"/>
              </a:rPr>
              <a:t>Thank You</a:t>
            </a:r>
            <a:endParaRPr lang="en-SG" sz="7200" dirty="0">
              <a:solidFill>
                <a:srgbClr val="FF000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Silka" panose="020B060402020202020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6846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SLIDE_COUNT" val="1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5e1a618-b91e-426f-b6f3-429d06158541}" enabled="0" method="" siteId="{c5e1a618-b91e-426f-b6f3-429d061585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1990</Words>
  <Application>Microsoft Office PowerPoint</Application>
  <PresentationFormat>Widescreen</PresentationFormat>
  <Paragraphs>390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Silka</vt:lpstr>
      <vt:lpstr>Silka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CrimsonLogic Pte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Yike Seam, Chan</dc:creator>
  <cp:lastModifiedBy>Swapna R</cp:lastModifiedBy>
  <cp:revision>7</cp:revision>
  <dcterms:created xsi:type="dcterms:W3CDTF">2026-02-10T03:12:48Z</dcterms:created>
  <dcterms:modified xsi:type="dcterms:W3CDTF">2026-04-14T02:22:17Z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CBFEF64F-F929-4A3B-8DDD-73B8320EF2A0</vt:lpwstr>
  </property>
  <property fmtid="{D5CDD505-2E9C-101B-9397-08002B2CF9AE}" pid="3" name="ArticulatePath">
    <vt:lpwstr>Presentation1</vt:lpwstr>
  </property>
</Properties>
</file>