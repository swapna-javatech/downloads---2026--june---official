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APACHE KAFKA AS A SAVIOUR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PROBLEMS</a:t>
            </a:r>
          </a:p>
          <a:p/>
          <a:p>
            <a:r>
              <a:t>• Hard to split monolith</a:t>
            </a:r>
          </a:p>
          <a:p>
            <a:r>
              <a:t>• Tight coupling</a:t>
            </a:r>
          </a:p>
          <a:p>
            <a:r>
              <a:t>• Slow batch processing</a:t>
            </a:r>
          </a:p>
          <a:p>
            <a:r>
              <a:t>• High data volume</a:t>
            </a:r>
          </a:p>
          <a:p>
            <a:r>
              <a:t>• Failure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41148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KAFKA SOLUTION</a:t>
            </a:r>
          </a:p>
          <a:p/>
          <a:p>
            <a:r>
              <a:t>• Decouples services</a:t>
            </a:r>
          </a:p>
          <a:p>
            <a:r>
              <a:t>• Real-time processing</a:t>
            </a:r>
          </a:p>
          <a:p>
            <a:r>
              <a:t>• Scalable system</a:t>
            </a:r>
          </a:p>
          <a:p>
            <a:r>
              <a:t>• Fault-tolerant</a:t>
            </a:r>
          </a:p>
          <a:p>
            <a:r>
              <a:t>• Event-driven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Kafka enables scalable, real-time, event-driven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