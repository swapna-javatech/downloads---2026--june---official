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6.svg" ContentType="image/svg+xml"/>
  <Override PartName="/ppt/media/image19.svg" ContentType="image/svg+xml"/>
  <Override PartName="/ppt/media/image2.svg" ContentType="image/svg+xml"/>
  <Override PartName="/ppt/media/image21.svg" ContentType="image/svg+xml"/>
  <Override PartName="/ppt/media/image5.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9"/>
  </p:notesMasterIdLst>
  <p:handoutMasterIdLst>
    <p:handoutMasterId r:id="rId30"/>
  </p:handoutMasterIdLst>
  <p:sldIdLst>
    <p:sldId id="292" r:id="rId5"/>
    <p:sldId id="293" r:id="rId6"/>
    <p:sldId id="262" r:id="rId7"/>
    <p:sldId id="263" r:id="rId8"/>
    <p:sldId id="264" r:id="rId9"/>
    <p:sldId id="265" r:id="rId10"/>
    <p:sldId id="270" r:id="rId11"/>
    <p:sldId id="291" r:id="rId12"/>
    <p:sldId id="271" r:id="rId13"/>
    <p:sldId id="274" r:id="rId14"/>
    <p:sldId id="276" r:id="rId15"/>
    <p:sldId id="266" r:id="rId16"/>
    <p:sldId id="282" r:id="rId17"/>
    <p:sldId id="275" r:id="rId18"/>
    <p:sldId id="283" r:id="rId19"/>
    <p:sldId id="268" r:id="rId20"/>
    <p:sldId id="284" r:id="rId21"/>
    <p:sldId id="278" r:id="rId22"/>
    <p:sldId id="280" r:id="rId23"/>
    <p:sldId id="286" r:id="rId24"/>
    <p:sldId id="287" r:id="rId25"/>
    <p:sldId id="289" r:id="rId26"/>
    <p:sldId id="272" r:id="rId27"/>
    <p:sldId id="267" r:id="rId28"/>
    <p:sldId id="294" r:id="rId43"/>
    <p:sldId id="295" r:id="rId44"/>
    <p:sldId id="296" r:id="rId45"/>
    <p:sldId id="297" r:id="rId46"/>
    <p:sldId id="298" r:id="rId47"/>
    <p:sldId id="299" r:id="rId48"/>
    <p:sldId id="300" r:id="rId49"/>
    <p:sldId id="301" r:id="rId50"/>
    <p:sldId id="302" r:id="rId51"/>
    <p:sldId id="303" r:id="rId52"/>
    <p:sldId id="304" r:id="rId53"/>
    <p:sldId id="305" r:id="rId54"/>
  </p:sldIdLst>
  <p:sldSz cx="12192000" cy="6858000"/>
  <p:notesSz cx="6858000" cy="9144000"/>
  <p:embeddedFontLst>
    <p:embeddedFont>
      <p:font typeface="Silka" panose="00000500000000000000" pitchFamily="50" charset="0"/>
      <p:regular r:id="rId31"/>
      <p:italic r:id="rId32"/>
    </p:embeddedFont>
    <p:embeddedFont>
      <p:font typeface="Silka Bold" panose="00000800000000000000" pitchFamily="50" charset="0"/>
      <p:bold r:id="rId33"/>
      <p:boldItalic r:id="rId34"/>
    </p:embeddedFont>
    <p:embeddedFont>
      <p:font typeface="Silka Medium" panose="00000600000000000000" pitchFamily="50" charset="0"/>
      <p:regular r:id="rId35"/>
      <p:italic r:id="rId36"/>
    </p:embeddedFont>
    <p:embeddedFont>
      <p:font typeface="Silka SemiBold" panose="00000700000000000000" pitchFamily="50" charset="0"/>
      <p:bold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160">
          <p15:clr>
            <a:srgbClr val="A4A3A4"/>
          </p15:clr>
        </p15:guide>
        <p15:guide id="4" orient="horz" pos="3997" userDrawn="1">
          <p15:clr>
            <a:srgbClr val="A4A3A4"/>
          </p15:clr>
        </p15:guide>
        <p15:guide id="5" pos="3840">
          <p15:clr>
            <a:srgbClr val="A4A3A4"/>
          </p15:clr>
        </p15:guide>
        <p15:guide id="6" pos="72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F7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412" autoAdjust="0"/>
    <p:restoredTop sz="94691" autoAdjust="0"/>
  </p:normalViewPr>
  <p:slideViewPr>
    <p:cSldViewPr snapToGrid="0">
      <p:cViewPr varScale="1">
        <p:scale>
          <a:sx n="74" d="100"/>
          <a:sy n="74" d="100"/>
        </p:scale>
        <p:origin x="72" y="82"/>
      </p:cViewPr>
      <p:guideLst>
        <p:guide orient="horz" pos="2160"/>
        <p:guide orient="horz" pos="3997"/>
        <p:guide pos="3840"/>
        <p:guide pos="7287"/>
      </p:guideLst>
    </p:cSldViewPr>
  </p:slideViewPr>
  <p:notesTextViewPr>
    <p:cViewPr>
      <p:scale>
        <a:sx n="1" d="1"/>
        <a:sy n="1" d="1"/>
      </p:scale>
      <p:origin x="0" y="0"/>
    </p:cViewPr>
  </p:notesTextViewPr>
  <p:notesViewPr>
    <p:cSldViewPr snapToGrid="0" showGuides="1">
      <p:cViewPr varScale="1">
        <p:scale>
          <a:sx n="100" d="100"/>
          <a:sy n="100" d="100"/>
        </p:scale>
        <p:origin x="2286"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5.xml"/><Relationship Id="rId44" Type="http://schemas.openxmlformats.org/officeDocument/2006/relationships/slide" Target="slides/slide26.xml"/><Relationship Id="rId45" Type="http://schemas.openxmlformats.org/officeDocument/2006/relationships/slide" Target="slides/slide27.xml"/><Relationship Id="rId46" Type="http://schemas.openxmlformats.org/officeDocument/2006/relationships/slide" Target="slides/slide28.xml"/><Relationship Id="rId47" Type="http://schemas.openxmlformats.org/officeDocument/2006/relationships/slide" Target="slides/slide29.xml"/><Relationship Id="rId48" Type="http://schemas.openxmlformats.org/officeDocument/2006/relationships/slide" Target="slides/slide30.xml"/><Relationship Id="rId49" Type="http://schemas.openxmlformats.org/officeDocument/2006/relationships/slide" Target="slides/slide31.xml"/><Relationship Id="rId50" Type="http://schemas.openxmlformats.org/officeDocument/2006/relationships/slide" Target="slides/slide32.xml"/><Relationship Id="rId51" Type="http://schemas.openxmlformats.org/officeDocument/2006/relationships/slide" Target="slides/slide33.xml"/><Relationship Id="rId52" Type="http://schemas.openxmlformats.org/officeDocument/2006/relationships/slide" Target="slides/slide34.xml"/><Relationship Id="rId53" Type="http://schemas.openxmlformats.org/officeDocument/2006/relationships/slide" Target="slides/slide35.xml"/><Relationship Id="rId54"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40" baseline="0">
                <a:solidFill>
                  <a:schemeClr val="tx1"/>
                </a:solidFill>
                <a:latin typeface="Silka Medium" panose="00000600000000000000" pitchFamily="50" charset="0"/>
                <a:ea typeface="+mn-ea"/>
                <a:cs typeface="+mn-cs"/>
              </a:defRPr>
            </a:pPr>
            <a:r>
              <a:rPr lang="en-GB" sz="1600" spc="-40" baseline="0" dirty="0">
                <a:solidFill>
                  <a:schemeClr val="tx1"/>
                </a:solidFill>
                <a:latin typeface="Silka Medium" panose="00000600000000000000" pitchFamily="50" charset="0"/>
              </a:rPr>
              <a:t>Chart title</a:t>
            </a:r>
          </a:p>
        </c:rich>
      </c:tx>
      <c:overlay val="0"/>
      <c:spPr>
        <a:noFill/>
        <a:ln>
          <a:noFill/>
        </a:ln>
        <a:effectLst/>
      </c:spPr>
      <c:txPr>
        <a:bodyPr rot="0" spcFirstLastPara="1" vertOverflow="ellipsis" vert="horz" wrap="square" anchor="ctr" anchorCtr="1"/>
        <a:lstStyle/>
        <a:p>
          <a:pPr>
            <a:defRPr sz="1600" b="0" i="0" u="none" strike="noStrike" kern="1200" spc="-40" baseline="0">
              <a:solidFill>
                <a:schemeClr val="tx1"/>
              </a:solidFill>
              <a:latin typeface="Silka Medium" panose="00000600000000000000" pitchFamily="50" charset="0"/>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bg2">
                <a:lumMod val="90000"/>
              </a:schemeClr>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34BE-4C67-BA5A-11D2B221454E}"/>
            </c:ext>
          </c:extLst>
        </c:ser>
        <c:ser>
          <c:idx val="1"/>
          <c:order val="1"/>
          <c:tx>
            <c:strRef>
              <c:f>Sheet1!$C$1</c:f>
              <c:strCache>
                <c:ptCount val="1"/>
                <c:pt idx="0">
                  <c:v>Series 2</c:v>
                </c:pt>
              </c:strCache>
            </c:strRef>
          </c:tx>
          <c:spPr>
            <a:solidFill>
              <a:schemeClr val="tx2"/>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34BE-4C67-BA5A-11D2B221454E}"/>
            </c:ext>
          </c:extLst>
        </c:ser>
        <c:ser>
          <c:idx val="2"/>
          <c:order val="2"/>
          <c:tx>
            <c:strRef>
              <c:f>Sheet1!$D$1</c:f>
              <c:strCache>
                <c:ptCount val="1"/>
                <c:pt idx="0">
                  <c:v>Series 3</c:v>
                </c:pt>
              </c:strCache>
            </c:strRef>
          </c:tx>
          <c:spPr>
            <a:solidFill>
              <a:schemeClr val="tx1">
                <a:lumMod val="50000"/>
                <a:lumOff val="50000"/>
              </a:schemeClr>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2-34BE-4C67-BA5A-11D2B221454E}"/>
            </c:ext>
          </c:extLst>
        </c:ser>
        <c:dLbls>
          <c:showLegendKey val="0"/>
          <c:showVal val="0"/>
          <c:showCatName val="0"/>
          <c:showSerName val="0"/>
          <c:showPercent val="0"/>
          <c:showBubbleSize val="0"/>
        </c:dLbls>
        <c:gapWidth val="219"/>
        <c:overlap val="-27"/>
        <c:axId val="1087718576"/>
        <c:axId val="884503376"/>
      </c:barChart>
      <c:catAx>
        <c:axId val="1087718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884503376"/>
        <c:crosses val="autoZero"/>
        <c:auto val="1"/>
        <c:lblAlgn val="ctr"/>
        <c:lblOffset val="100"/>
        <c:noMultiLvlLbl val="0"/>
      </c:catAx>
      <c:valAx>
        <c:axId val="884503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087718576"/>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Entry>
      <c:legendEntry>
        <c:idx val="1"/>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Entry>
      <c:legendEntry>
        <c:idx val="2"/>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800" b="0" i="0" u="none" strike="noStrike" kern="1200" baseline="0">
              <a:solidFill>
                <a:schemeClr val="accent5"/>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40" baseline="0">
                <a:solidFill>
                  <a:schemeClr val="tx1"/>
                </a:solidFill>
                <a:latin typeface="Silka Medium" panose="00000600000000000000" pitchFamily="50" charset="0"/>
                <a:ea typeface="+mn-ea"/>
                <a:cs typeface="+mn-cs"/>
              </a:defRPr>
            </a:pPr>
            <a:r>
              <a:rPr lang="en-GB" sz="1600" spc="-40" baseline="0" dirty="0">
                <a:solidFill>
                  <a:schemeClr val="tx1"/>
                </a:solidFill>
                <a:latin typeface="Silka Medium" panose="00000600000000000000" pitchFamily="50" charset="0"/>
              </a:rPr>
              <a:t>Chart title</a:t>
            </a:r>
          </a:p>
        </c:rich>
      </c:tx>
      <c:overlay val="0"/>
      <c:spPr>
        <a:noFill/>
        <a:ln>
          <a:noFill/>
        </a:ln>
        <a:effectLst/>
      </c:spPr>
      <c:txPr>
        <a:bodyPr rot="0" spcFirstLastPara="1" vertOverflow="ellipsis" vert="horz" wrap="square" anchor="ctr" anchorCtr="1"/>
        <a:lstStyle/>
        <a:p>
          <a:pPr>
            <a:defRPr sz="1600" b="0" i="0" u="none" strike="noStrike" kern="1200" spc="-40" baseline="0">
              <a:solidFill>
                <a:schemeClr val="tx1"/>
              </a:solidFill>
              <a:latin typeface="Silka Medium" panose="00000600000000000000" pitchFamily="50" charset="0"/>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34BE-4C67-BA5A-11D2B221454E}"/>
            </c:ext>
          </c:extLst>
        </c:ser>
        <c:ser>
          <c:idx val="1"/>
          <c:order val="1"/>
          <c:tx>
            <c:strRef>
              <c:f>Sheet1!$C$1</c:f>
              <c:strCache>
                <c:ptCount val="1"/>
                <c:pt idx="0">
                  <c:v>Series 2</c:v>
                </c:pt>
              </c:strCache>
            </c:strRef>
          </c:tx>
          <c:spPr>
            <a:solidFill>
              <a:schemeClr val="tx2"/>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34BE-4C67-BA5A-11D2B221454E}"/>
            </c:ext>
          </c:extLst>
        </c:ser>
        <c:ser>
          <c:idx val="2"/>
          <c:order val="2"/>
          <c:tx>
            <c:strRef>
              <c:f>Sheet1!$D$1</c:f>
              <c:strCache>
                <c:ptCount val="1"/>
                <c:pt idx="0">
                  <c:v>Series 3</c:v>
                </c:pt>
              </c:strCache>
            </c:strRef>
          </c:tx>
          <c:spPr>
            <a:solidFill>
              <a:schemeClr val="accent4"/>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2-34BE-4C67-BA5A-11D2B221454E}"/>
            </c:ext>
          </c:extLst>
        </c:ser>
        <c:dLbls>
          <c:showLegendKey val="0"/>
          <c:showVal val="0"/>
          <c:showCatName val="0"/>
          <c:showSerName val="0"/>
          <c:showPercent val="0"/>
          <c:showBubbleSize val="0"/>
        </c:dLbls>
        <c:gapWidth val="219"/>
        <c:overlap val="-27"/>
        <c:axId val="1087718576"/>
        <c:axId val="884503376"/>
      </c:barChart>
      <c:catAx>
        <c:axId val="1087718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884503376"/>
        <c:crosses val="autoZero"/>
        <c:auto val="1"/>
        <c:lblAlgn val="ctr"/>
        <c:lblOffset val="100"/>
        <c:noMultiLvlLbl val="0"/>
      </c:catAx>
      <c:valAx>
        <c:axId val="884503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087718576"/>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Entry>
      <c:legendEntry>
        <c:idx val="1"/>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Entry>
      <c:legendEntry>
        <c:idx val="2"/>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800" b="0" i="0" u="none" strike="noStrike" kern="1200" baseline="0">
              <a:solidFill>
                <a:schemeClr val="accent5"/>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40" baseline="0">
                <a:solidFill>
                  <a:schemeClr val="tx1"/>
                </a:solidFill>
                <a:latin typeface="Silka Medium" panose="00000600000000000000" pitchFamily="50" charset="0"/>
                <a:ea typeface="+mn-ea"/>
                <a:cs typeface="+mn-cs"/>
              </a:defRPr>
            </a:pPr>
            <a:r>
              <a:rPr lang="en-GB" sz="1400" spc="-40" baseline="0" dirty="0">
                <a:solidFill>
                  <a:schemeClr val="tx1"/>
                </a:solidFill>
                <a:latin typeface="Silka Medium" panose="00000600000000000000" pitchFamily="50" charset="0"/>
              </a:rPr>
              <a:t>Chart title in Silka Medium</a:t>
            </a:r>
          </a:p>
        </c:rich>
      </c:tx>
      <c:overlay val="0"/>
      <c:spPr>
        <a:noFill/>
        <a:ln>
          <a:noFill/>
        </a:ln>
        <a:effectLst/>
      </c:spPr>
      <c:txPr>
        <a:bodyPr rot="0" spcFirstLastPara="1" vertOverflow="ellipsis" vert="horz" wrap="square" anchor="ctr" anchorCtr="1"/>
        <a:lstStyle/>
        <a:p>
          <a:pPr>
            <a:defRPr sz="1400" b="0" i="0" u="none" strike="noStrike" kern="1200" spc="-40" baseline="0">
              <a:solidFill>
                <a:schemeClr val="tx1"/>
              </a:solidFill>
              <a:latin typeface="Silka Medium" panose="00000600000000000000" pitchFamily="50" charset="0"/>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bg2">
                <a:lumMod val="90000"/>
              </a:schemeClr>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34BE-4C67-BA5A-11D2B221454E}"/>
            </c:ext>
          </c:extLst>
        </c:ser>
        <c:ser>
          <c:idx val="1"/>
          <c:order val="1"/>
          <c:tx>
            <c:strRef>
              <c:f>Sheet1!$C$1</c:f>
              <c:strCache>
                <c:ptCount val="1"/>
                <c:pt idx="0">
                  <c:v>Series 2</c:v>
                </c:pt>
              </c:strCache>
            </c:strRef>
          </c:tx>
          <c:spPr>
            <a:solidFill>
              <a:schemeClr val="tx2"/>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34BE-4C67-BA5A-11D2B221454E}"/>
            </c:ext>
          </c:extLst>
        </c:ser>
        <c:ser>
          <c:idx val="2"/>
          <c:order val="2"/>
          <c:tx>
            <c:strRef>
              <c:f>Sheet1!$D$1</c:f>
              <c:strCache>
                <c:ptCount val="1"/>
                <c:pt idx="0">
                  <c:v>Series 3</c:v>
                </c:pt>
              </c:strCache>
            </c:strRef>
          </c:tx>
          <c:spPr>
            <a:solidFill>
              <a:schemeClr val="tx1">
                <a:lumMod val="50000"/>
                <a:lumOff val="50000"/>
              </a:schemeClr>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2-34BE-4C67-BA5A-11D2B221454E}"/>
            </c:ext>
          </c:extLst>
        </c:ser>
        <c:dLbls>
          <c:showLegendKey val="0"/>
          <c:showVal val="0"/>
          <c:showCatName val="0"/>
          <c:showSerName val="0"/>
          <c:showPercent val="0"/>
          <c:showBubbleSize val="0"/>
        </c:dLbls>
        <c:gapWidth val="219"/>
        <c:overlap val="-27"/>
        <c:axId val="1087718576"/>
        <c:axId val="884503376"/>
      </c:barChart>
      <c:catAx>
        <c:axId val="1087718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884503376"/>
        <c:crosses val="autoZero"/>
        <c:auto val="1"/>
        <c:lblAlgn val="ctr"/>
        <c:lblOffset val="100"/>
        <c:noMultiLvlLbl val="0"/>
      </c:catAx>
      <c:valAx>
        <c:axId val="884503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087718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Silka Medium" panose="00000600000000000000" pitchFamily="50" charset="0"/>
                <a:ea typeface="+mn-ea"/>
                <a:cs typeface="+mn-cs"/>
              </a:defRPr>
            </a:pPr>
            <a:r>
              <a:rPr lang="en-US" sz="1400" dirty="0">
                <a:solidFill>
                  <a:schemeClr val="tx1"/>
                </a:solidFill>
                <a:latin typeface="Silka Medium" panose="00000600000000000000" pitchFamily="50" charset="0"/>
              </a:rPr>
              <a:t>Char</a:t>
            </a:r>
            <a:r>
              <a:rPr lang="en-US" sz="1400" baseline="0" dirty="0">
                <a:solidFill>
                  <a:schemeClr val="tx1"/>
                </a:solidFill>
                <a:latin typeface="Silka Medium" panose="00000600000000000000" pitchFamily="50" charset="0"/>
              </a:rPr>
              <a:t>t title in Silka Medium</a:t>
            </a:r>
            <a:endParaRPr lang="en-US" sz="1400" dirty="0">
              <a:solidFill>
                <a:schemeClr val="tx1"/>
              </a:solidFill>
              <a:latin typeface="Silka Medium" panose="00000600000000000000" pitchFamily="50" charset="0"/>
            </a:endParaRPr>
          </a:p>
        </c:rich>
      </c:tx>
      <c:layout>
        <c:manualLayout>
          <c:xMode val="edge"/>
          <c:yMode val="edge"/>
          <c:x val="0.27341413783951163"/>
          <c:y val="1.681988438059308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Silka Medium" panose="00000600000000000000" pitchFamily="50" charset="0"/>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bg2">
                  <a:lumMod val="90000"/>
                </a:schemeClr>
              </a:solidFill>
              <a:ln w="19050">
                <a:solidFill>
                  <a:schemeClr val="lt1"/>
                </a:solidFill>
              </a:ln>
              <a:effectLst/>
            </c:spPr>
            <c:extLst>
              <c:ext xmlns:c16="http://schemas.microsoft.com/office/drawing/2014/chart" uri="{C3380CC4-5D6E-409C-BE32-E72D297353CC}">
                <c16:uniqueId val="{00000001-E88D-44A4-BB5C-701B18331C84}"/>
              </c:ext>
            </c:extLst>
          </c:dPt>
          <c:dPt>
            <c:idx val="1"/>
            <c:bubble3D val="0"/>
            <c:spPr>
              <a:solidFill>
                <a:schemeClr val="tx2"/>
              </a:solidFill>
              <a:ln w="19050">
                <a:solidFill>
                  <a:schemeClr val="lt1"/>
                </a:solidFill>
              </a:ln>
              <a:effectLst/>
            </c:spPr>
            <c:extLst>
              <c:ext xmlns:c16="http://schemas.microsoft.com/office/drawing/2014/chart" uri="{C3380CC4-5D6E-409C-BE32-E72D297353CC}">
                <c16:uniqueId val="{00000001-27EC-4A86-B207-14A2B4110C9B}"/>
              </c:ext>
            </c:extLst>
          </c:dPt>
          <c:dPt>
            <c:idx val="2"/>
            <c:bubble3D val="0"/>
            <c:spPr>
              <a:solidFill>
                <a:schemeClr val="tx1">
                  <a:lumMod val="65000"/>
                  <a:lumOff val="35000"/>
                </a:schemeClr>
              </a:solidFill>
              <a:ln w="19050">
                <a:solidFill>
                  <a:schemeClr val="lt1"/>
                </a:solidFill>
              </a:ln>
              <a:effectLst/>
            </c:spPr>
            <c:extLst>
              <c:ext xmlns:c16="http://schemas.microsoft.com/office/drawing/2014/chart" uri="{C3380CC4-5D6E-409C-BE32-E72D297353CC}">
                <c16:uniqueId val="{00000005-E88D-44A4-BB5C-701B18331C84}"/>
              </c:ext>
            </c:extLst>
          </c:dPt>
          <c:dPt>
            <c:idx val="3"/>
            <c:bubble3D val="0"/>
            <c:spPr>
              <a:solidFill>
                <a:schemeClr val="tx1">
                  <a:lumMod val="50000"/>
                  <a:lumOff val="50000"/>
                </a:schemeClr>
              </a:solidFill>
              <a:ln w="19050">
                <a:solidFill>
                  <a:schemeClr val="lt1"/>
                </a:solidFill>
              </a:ln>
              <a:effectLst/>
            </c:spPr>
            <c:extLst>
              <c:ext xmlns:c16="http://schemas.microsoft.com/office/drawing/2014/chart" uri="{C3380CC4-5D6E-409C-BE32-E72D297353CC}">
                <c16:uniqueId val="{00000007-E88D-44A4-BB5C-701B18331C84}"/>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27EC-4A86-B207-14A2B4110C9B}"/>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40" baseline="0">
                <a:solidFill>
                  <a:schemeClr val="tx1"/>
                </a:solidFill>
                <a:latin typeface="Silka Medium" panose="00000600000000000000" pitchFamily="50" charset="0"/>
                <a:ea typeface="+mn-ea"/>
                <a:cs typeface="+mn-cs"/>
              </a:defRPr>
            </a:pPr>
            <a:r>
              <a:rPr lang="en-GB" sz="1400" spc="-40" baseline="0" dirty="0">
                <a:solidFill>
                  <a:schemeClr val="tx1"/>
                </a:solidFill>
                <a:latin typeface="Silka Medium" panose="00000600000000000000" pitchFamily="50" charset="0"/>
              </a:rPr>
              <a:t>Chart title in Silka Medium</a:t>
            </a:r>
          </a:p>
        </c:rich>
      </c:tx>
      <c:overlay val="0"/>
      <c:spPr>
        <a:noFill/>
        <a:ln>
          <a:noFill/>
        </a:ln>
        <a:effectLst/>
      </c:spPr>
      <c:txPr>
        <a:bodyPr rot="0" spcFirstLastPara="1" vertOverflow="ellipsis" vert="horz" wrap="square" anchor="ctr" anchorCtr="1"/>
        <a:lstStyle/>
        <a:p>
          <a:pPr>
            <a:defRPr sz="1400" b="0" i="0" u="none" strike="noStrike" kern="1200" spc="-40" baseline="0">
              <a:solidFill>
                <a:schemeClr val="tx1"/>
              </a:solidFill>
              <a:latin typeface="Silka Medium" panose="00000600000000000000" pitchFamily="50" charset="0"/>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34BE-4C67-BA5A-11D2B221454E}"/>
            </c:ext>
          </c:extLst>
        </c:ser>
        <c:ser>
          <c:idx val="1"/>
          <c:order val="1"/>
          <c:tx>
            <c:strRef>
              <c:f>Sheet1!$C$1</c:f>
              <c:strCache>
                <c:ptCount val="1"/>
                <c:pt idx="0">
                  <c:v>Series 2</c:v>
                </c:pt>
              </c:strCache>
            </c:strRef>
          </c:tx>
          <c:spPr>
            <a:solidFill>
              <a:schemeClr val="tx2"/>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34BE-4C67-BA5A-11D2B221454E}"/>
            </c:ext>
          </c:extLst>
        </c:ser>
        <c:ser>
          <c:idx val="2"/>
          <c:order val="2"/>
          <c:tx>
            <c:strRef>
              <c:f>Sheet1!$D$1</c:f>
              <c:strCache>
                <c:ptCount val="1"/>
                <c:pt idx="0">
                  <c:v>Series 3</c:v>
                </c:pt>
              </c:strCache>
            </c:strRef>
          </c:tx>
          <c:spPr>
            <a:solidFill>
              <a:schemeClr val="accent4"/>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2-34BE-4C67-BA5A-11D2B221454E}"/>
            </c:ext>
          </c:extLst>
        </c:ser>
        <c:dLbls>
          <c:showLegendKey val="0"/>
          <c:showVal val="0"/>
          <c:showCatName val="0"/>
          <c:showSerName val="0"/>
          <c:showPercent val="0"/>
          <c:showBubbleSize val="0"/>
        </c:dLbls>
        <c:gapWidth val="219"/>
        <c:overlap val="-27"/>
        <c:axId val="1087718576"/>
        <c:axId val="884503376"/>
      </c:barChart>
      <c:catAx>
        <c:axId val="1087718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884503376"/>
        <c:crosses val="autoZero"/>
        <c:auto val="1"/>
        <c:lblAlgn val="ctr"/>
        <c:lblOffset val="100"/>
        <c:noMultiLvlLbl val="0"/>
      </c:catAx>
      <c:valAx>
        <c:axId val="884503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087718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Silka Medium" panose="00000600000000000000" pitchFamily="50" charset="0"/>
                <a:ea typeface="+mn-ea"/>
                <a:cs typeface="+mn-cs"/>
              </a:defRPr>
            </a:pPr>
            <a:r>
              <a:rPr lang="en-US" sz="1400" dirty="0">
                <a:solidFill>
                  <a:schemeClr val="tx1"/>
                </a:solidFill>
                <a:latin typeface="Silka Medium" panose="00000600000000000000" pitchFamily="50" charset="0"/>
              </a:rPr>
              <a:t>Char</a:t>
            </a:r>
            <a:r>
              <a:rPr lang="en-US" sz="1400" baseline="0" dirty="0">
                <a:solidFill>
                  <a:schemeClr val="tx1"/>
                </a:solidFill>
                <a:latin typeface="Silka Medium" panose="00000600000000000000" pitchFamily="50" charset="0"/>
              </a:rPr>
              <a:t>t title in Silka Medium</a:t>
            </a:r>
            <a:endParaRPr lang="en-US" sz="1400" dirty="0">
              <a:solidFill>
                <a:schemeClr val="tx1"/>
              </a:solidFill>
              <a:latin typeface="Silka Medium" panose="00000600000000000000" pitchFamily="50" charset="0"/>
            </a:endParaRPr>
          </a:p>
        </c:rich>
      </c:tx>
      <c:layout>
        <c:manualLayout>
          <c:xMode val="edge"/>
          <c:yMode val="edge"/>
          <c:x val="0.27341413783951163"/>
          <c:y val="1.681988438059308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Silka Medium" panose="00000600000000000000" pitchFamily="50" charset="0"/>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88D-44A4-BB5C-701B18331C84}"/>
              </c:ext>
            </c:extLst>
          </c:dPt>
          <c:dPt>
            <c:idx val="1"/>
            <c:bubble3D val="0"/>
            <c:spPr>
              <a:solidFill>
                <a:schemeClr val="tx2"/>
              </a:solidFill>
              <a:ln w="19050">
                <a:solidFill>
                  <a:schemeClr val="lt1"/>
                </a:solidFill>
              </a:ln>
              <a:effectLst/>
            </c:spPr>
            <c:extLst>
              <c:ext xmlns:c16="http://schemas.microsoft.com/office/drawing/2014/chart" uri="{C3380CC4-5D6E-409C-BE32-E72D297353CC}">
                <c16:uniqueId val="{00000001-27EC-4A86-B207-14A2B4110C9B}"/>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5-E88D-44A4-BB5C-701B18331C84}"/>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E88D-44A4-BB5C-701B18331C84}"/>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27EC-4A86-B207-14A2B4110C9B}"/>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solidFill>
                <a:latin typeface="Silka Medium" panose="00000600000000000000" pitchFamily="50" charset="0"/>
                <a:ea typeface="+mn-ea"/>
                <a:cs typeface="+mn-cs"/>
              </a:defRPr>
            </a:pPr>
            <a:r>
              <a:rPr lang="en-GB" sz="1400" dirty="0"/>
              <a:t>Chart title in Silka Medium</a:t>
            </a:r>
          </a:p>
        </c:rich>
      </c:tx>
      <c:layout>
        <c:manualLayout>
          <c:xMode val="edge"/>
          <c:yMode val="edge"/>
          <c:x val="0.12285152057969002"/>
          <c:y val="1.4694312028509279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solidFill>
              <a:latin typeface="Silka Medium" panose="00000600000000000000" pitchFamily="50" charset="0"/>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chemeClr val="bg2">
                <a:lumMod val="90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EBD-485F-A7AE-65DD4B471469}"/>
            </c:ext>
          </c:extLst>
        </c:ser>
        <c:ser>
          <c:idx val="1"/>
          <c:order val="1"/>
          <c:tx>
            <c:strRef>
              <c:f>Sheet1!$C$1</c:f>
              <c:strCache>
                <c:ptCount val="1"/>
                <c:pt idx="0">
                  <c:v>Series 2</c:v>
                </c:pt>
              </c:strCache>
            </c:strRef>
          </c:tx>
          <c:spPr>
            <a:solidFill>
              <a:schemeClr val="tx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EBD-485F-A7AE-65DD4B471469}"/>
            </c:ext>
          </c:extLst>
        </c:ser>
        <c:ser>
          <c:idx val="2"/>
          <c:order val="2"/>
          <c:tx>
            <c:strRef>
              <c:f>Sheet1!$D$1</c:f>
              <c:strCache>
                <c:ptCount val="1"/>
                <c:pt idx="0">
                  <c:v>Series 3</c:v>
                </c:pt>
              </c:strCache>
            </c:strRef>
          </c:tx>
          <c:spPr>
            <a:solidFill>
              <a:schemeClr val="tx1">
                <a:lumMod val="50000"/>
                <a:lumOff val="50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EBD-485F-A7AE-65DD4B471469}"/>
            </c:ext>
          </c:extLst>
        </c:ser>
        <c:dLbls>
          <c:showLegendKey val="0"/>
          <c:showVal val="0"/>
          <c:showCatName val="0"/>
          <c:showSerName val="0"/>
          <c:showPercent val="0"/>
          <c:showBubbleSize val="0"/>
        </c:dLbls>
        <c:gapWidth val="182"/>
        <c:axId val="662915008"/>
        <c:axId val="323551408"/>
      </c:barChart>
      <c:catAx>
        <c:axId val="66291500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3551408"/>
        <c:crosses val="autoZero"/>
        <c:auto val="1"/>
        <c:lblAlgn val="ctr"/>
        <c:lblOffset val="100"/>
        <c:noMultiLvlLbl val="0"/>
      </c:catAx>
      <c:valAx>
        <c:axId val="3235514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2915008"/>
        <c:crosses val="autoZero"/>
        <c:crossBetween val="between"/>
      </c:valAx>
      <c:spPr>
        <a:noFill/>
        <a:ln>
          <a:noFill/>
        </a:ln>
        <a:effectLst/>
      </c:spPr>
    </c:plotArea>
    <c:legend>
      <c:legendPos val="b"/>
      <c:layout>
        <c:manualLayout>
          <c:xMode val="edge"/>
          <c:yMode val="edge"/>
          <c:x val="0.1058616633807791"/>
          <c:y val="0.93680288795297806"/>
          <c:w val="0.27829597455295768"/>
          <c:h val="4.5563937612810662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400" b="0" i="0" u="none" strike="noStrike" kern="1200" spc="0" baseline="0">
                <a:solidFill>
                  <a:schemeClr val="tx1"/>
                </a:solidFill>
                <a:latin typeface="Silka Medium" panose="00000600000000000000" pitchFamily="50" charset="0"/>
                <a:ea typeface="+mn-ea"/>
                <a:cs typeface="+mn-cs"/>
              </a:defRPr>
            </a:pPr>
            <a:r>
              <a:rPr lang="en-GB" sz="1400" dirty="0"/>
              <a:t>Chart title in Silka Medium</a:t>
            </a:r>
          </a:p>
        </c:rich>
      </c:tx>
      <c:layout>
        <c:manualLayout>
          <c:xMode val="edge"/>
          <c:yMode val="edge"/>
          <c:x val="0.12285152057969002"/>
          <c:y val="1.4694312028509279E-2"/>
        </c:manualLayout>
      </c:layout>
      <c:overlay val="0"/>
      <c:spPr>
        <a:noFill/>
        <a:ln>
          <a:noFill/>
        </a:ln>
        <a:effectLst/>
      </c:spPr>
      <c:txPr>
        <a:bodyPr rot="0" spcFirstLastPara="1" vertOverflow="ellipsis" vert="horz" wrap="square" anchor="ctr" anchorCtr="1"/>
        <a:lstStyle/>
        <a:p>
          <a:pPr algn="l">
            <a:defRPr sz="1400" b="0" i="0" u="none" strike="noStrike" kern="1200" spc="0" baseline="0">
              <a:solidFill>
                <a:schemeClr val="tx1"/>
              </a:solidFill>
              <a:latin typeface="Silka Medium" panose="00000600000000000000" pitchFamily="50" charset="0"/>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EBD-485F-A7AE-65DD4B471469}"/>
            </c:ext>
          </c:extLst>
        </c:ser>
        <c:ser>
          <c:idx val="1"/>
          <c:order val="1"/>
          <c:tx>
            <c:strRef>
              <c:f>Sheet1!$C$1</c:f>
              <c:strCache>
                <c:ptCount val="1"/>
                <c:pt idx="0">
                  <c:v>Series 2</c:v>
                </c:pt>
              </c:strCache>
            </c:strRef>
          </c:tx>
          <c:spPr>
            <a:solidFill>
              <a:schemeClr val="tx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EBD-485F-A7AE-65DD4B471469}"/>
            </c:ext>
          </c:extLst>
        </c:ser>
        <c:ser>
          <c:idx val="2"/>
          <c:order val="2"/>
          <c:tx>
            <c:strRef>
              <c:f>Sheet1!$D$1</c:f>
              <c:strCache>
                <c:ptCount val="1"/>
                <c:pt idx="0">
                  <c:v>Series 3</c:v>
                </c:pt>
              </c:strCache>
            </c:strRef>
          </c:tx>
          <c:spPr>
            <a:solidFill>
              <a:schemeClr val="accent5"/>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EBD-485F-A7AE-65DD4B471469}"/>
            </c:ext>
          </c:extLst>
        </c:ser>
        <c:dLbls>
          <c:showLegendKey val="0"/>
          <c:showVal val="0"/>
          <c:showCatName val="0"/>
          <c:showSerName val="0"/>
          <c:showPercent val="0"/>
          <c:showBubbleSize val="0"/>
        </c:dLbls>
        <c:gapWidth val="182"/>
        <c:axId val="662915008"/>
        <c:axId val="323551408"/>
      </c:barChart>
      <c:catAx>
        <c:axId val="66291500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3551408"/>
        <c:crosses val="autoZero"/>
        <c:auto val="1"/>
        <c:lblAlgn val="ctr"/>
        <c:lblOffset val="100"/>
        <c:noMultiLvlLbl val="0"/>
      </c:catAx>
      <c:valAx>
        <c:axId val="3235514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2915008"/>
        <c:crosses val="autoZero"/>
        <c:crossBetween val="between"/>
      </c:valAx>
      <c:spPr>
        <a:noFill/>
        <a:ln>
          <a:noFill/>
        </a:ln>
        <a:effectLst/>
      </c:spPr>
    </c:plotArea>
    <c:legend>
      <c:legendPos val="b"/>
      <c:layout>
        <c:manualLayout>
          <c:xMode val="edge"/>
          <c:yMode val="edge"/>
          <c:x val="0.1058616633807791"/>
          <c:y val="0.93680288795297806"/>
          <c:w val="0.27829597455295768"/>
          <c:h val="4.5563937612810662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8041A3-4E0A-24FE-40E7-3070EBFF87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7C89D7F7-8E07-516E-8AED-09C992FCC92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97066D-34C9-4AF8-A788-BC4AAE9F44E4}" type="datetimeFigureOut">
              <a:rPr lang="en-GB" smtClean="0"/>
              <a:t>18/04/2024</a:t>
            </a:fld>
            <a:endParaRPr lang="en-GB" dirty="0"/>
          </a:p>
        </p:txBody>
      </p:sp>
      <p:sp>
        <p:nvSpPr>
          <p:cNvPr id="4" name="Footer Placeholder 3">
            <a:extLst>
              <a:ext uri="{FF2B5EF4-FFF2-40B4-BE49-F238E27FC236}">
                <a16:creationId xmlns:a16="http://schemas.microsoft.com/office/drawing/2014/main" id="{FC5A0829-2C44-44D0-9A9F-178D923FBFF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58717118-BCDF-83F3-3EE4-947FB9DB00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F47967F-FF62-4705-9923-A52AD2DB75CD}" type="slidenum">
              <a:rPr lang="en-GB" smtClean="0"/>
              <a:t>‹#›</a:t>
            </a:fld>
            <a:endParaRPr lang="en-GB" dirty="0"/>
          </a:p>
        </p:txBody>
      </p:sp>
    </p:spTree>
    <p:extLst>
      <p:ext uri="{BB962C8B-B14F-4D97-AF65-F5344CB8AC3E}">
        <p14:creationId xmlns:p14="http://schemas.microsoft.com/office/powerpoint/2010/main" val="380427172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41256C-73A9-449E-9474-54A2069DFD96}" type="datetimeFigureOut">
              <a:rPr lang="en-GB" smtClean="0"/>
              <a:t>18/04/2024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2AC9BB-B17F-4D1D-AC09-2AD04BE83E80}" type="slidenum">
              <a:rPr lang="en-GB" smtClean="0"/>
              <a:t>‹#›</a:t>
            </a:fld>
            <a:endParaRPr lang="en-GB" dirty="0"/>
          </a:p>
        </p:txBody>
      </p:sp>
    </p:spTree>
    <p:extLst>
      <p:ext uri="{BB962C8B-B14F-4D97-AF65-F5344CB8AC3E}">
        <p14:creationId xmlns:p14="http://schemas.microsoft.com/office/powerpoint/2010/main" val="3326337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2AC9BB-B17F-4D1D-AC09-2AD04BE83E80}" type="slidenum">
              <a:rPr lang="en-GB" smtClean="0"/>
              <a:t>1</a:t>
            </a:fld>
            <a:endParaRPr lang="en-GB" dirty="0"/>
          </a:p>
        </p:txBody>
      </p:sp>
    </p:spTree>
    <p:extLst>
      <p:ext uri="{BB962C8B-B14F-4D97-AF65-F5344CB8AC3E}">
        <p14:creationId xmlns:p14="http://schemas.microsoft.com/office/powerpoint/2010/main" val="1015050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2AC9BB-B17F-4D1D-AC09-2AD04BE83E80}" type="slidenum">
              <a:rPr lang="en-GB" smtClean="0"/>
              <a:t>3</a:t>
            </a:fld>
            <a:endParaRPr lang="en-GB" dirty="0"/>
          </a:p>
        </p:txBody>
      </p:sp>
    </p:spTree>
    <p:extLst>
      <p:ext uri="{BB962C8B-B14F-4D97-AF65-F5344CB8AC3E}">
        <p14:creationId xmlns:p14="http://schemas.microsoft.com/office/powerpoint/2010/main" val="355725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2AC9BB-B17F-4D1D-AC09-2AD04BE83E80}" type="slidenum">
              <a:rPr lang="en-GB" smtClean="0"/>
              <a:t>9</a:t>
            </a:fld>
            <a:endParaRPr lang="en-GB"/>
          </a:p>
        </p:txBody>
      </p:sp>
    </p:spTree>
    <p:extLst>
      <p:ext uri="{BB962C8B-B14F-4D97-AF65-F5344CB8AC3E}">
        <p14:creationId xmlns:p14="http://schemas.microsoft.com/office/powerpoint/2010/main" val="3392276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2AC9BB-B17F-4D1D-AC09-2AD04BE83E80}" type="slidenum">
              <a:rPr lang="en-GB" smtClean="0"/>
              <a:t>10</a:t>
            </a:fld>
            <a:endParaRPr lang="en-GB"/>
          </a:p>
        </p:txBody>
      </p:sp>
    </p:spTree>
    <p:extLst>
      <p:ext uri="{BB962C8B-B14F-4D97-AF65-F5344CB8AC3E}">
        <p14:creationId xmlns:p14="http://schemas.microsoft.com/office/powerpoint/2010/main" val="3760517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2AC9BB-B17F-4D1D-AC09-2AD04BE83E80}" type="slidenum">
              <a:rPr lang="en-GB" smtClean="0"/>
              <a:t>12</a:t>
            </a:fld>
            <a:endParaRPr lang="en-GB"/>
          </a:p>
        </p:txBody>
      </p:sp>
    </p:spTree>
    <p:extLst>
      <p:ext uri="{BB962C8B-B14F-4D97-AF65-F5344CB8AC3E}">
        <p14:creationId xmlns:p14="http://schemas.microsoft.com/office/powerpoint/2010/main" val="941556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2AC9BB-B17F-4D1D-AC09-2AD04BE83E80}" type="slidenum">
              <a:rPr lang="en-GB" smtClean="0"/>
              <a:t>13</a:t>
            </a:fld>
            <a:endParaRPr lang="en-GB"/>
          </a:p>
        </p:txBody>
      </p:sp>
    </p:spTree>
    <p:extLst>
      <p:ext uri="{BB962C8B-B14F-4D97-AF65-F5344CB8AC3E}">
        <p14:creationId xmlns:p14="http://schemas.microsoft.com/office/powerpoint/2010/main" val="39416937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2AC9BB-B17F-4D1D-AC09-2AD04BE83E80}" type="slidenum">
              <a:rPr lang="en-GB" smtClean="0"/>
              <a:t>14</a:t>
            </a:fld>
            <a:endParaRPr lang="en-GB"/>
          </a:p>
        </p:txBody>
      </p:sp>
    </p:spTree>
    <p:extLst>
      <p:ext uri="{BB962C8B-B14F-4D97-AF65-F5344CB8AC3E}">
        <p14:creationId xmlns:p14="http://schemas.microsoft.com/office/powerpoint/2010/main" val="1870944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2AC9BB-B17F-4D1D-AC09-2AD04BE83E80}" type="slidenum">
              <a:rPr lang="en-GB" smtClean="0"/>
              <a:t>15</a:t>
            </a:fld>
            <a:endParaRPr lang="en-GB"/>
          </a:p>
        </p:txBody>
      </p:sp>
    </p:spTree>
    <p:extLst>
      <p:ext uri="{BB962C8B-B14F-4D97-AF65-F5344CB8AC3E}">
        <p14:creationId xmlns:p14="http://schemas.microsoft.com/office/powerpoint/2010/main" val="1392399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2AC9BB-B17F-4D1D-AC09-2AD04BE83E80}" type="slidenum">
              <a:rPr lang="en-GB" smtClean="0"/>
              <a:t>16</a:t>
            </a:fld>
            <a:endParaRPr lang="en-GB"/>
          </a:p>
        </p:txBody>
      </p:sp>
    </p:spTree>
    <p:extLst>
      <p:ext uri="{BB962C8B-B14F-4D97-AF65-F5344CB8AC3E}">
        <p14:creationId xmlns:p14="http://schemas.microsoft.com/office/powerpoint/2010/main" val="4143255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2AC9BB-B17F-4D1D-AC09-2AD04BE83E80}" type="slidenum">
              <a:rPr lang="en-GB" smtClean="0"/>
              <a:t>17</a:t>
            </a:fld>
            <a:endParaRPr lang="en-GB"/>
          </a:p>
        </p:txBody>
      </p:sp>
    </p:spTree>
    <p:extLst>
      <p:ext uri="{BB962C8B-B14F-4D97-AF65-F5344CB8AC3E}">
        <p14:creationId xmlns:p14="http://schemas.microsoft.com/office/powerpoint/2010/main" val="3369851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2AC9BB-B17F-4D1D-AC09-2AD04BE83E80}" type="slidenum">
              <a:rPr lang="en-GB" smtClean="0"/>
              <a:t>20</a:t>
            </a:fld>
            <a:endParaRPr lang="en-GB"/>
          </a:p>
        </p:txBody>
      </p:sp>
    </p:spTree>
    <p:extLst>
      <p:ext uri="{BB962C8B-B14F-4D97-AF65-F5344CB8AC3E}">
        <p14:creationId xmlns:p14="http://schemas.microsoft.com/office/powerpoint/2010/main" val="2131063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2AC9BB-B17F-4D1D-AC09-2AD04BE83E80}" type="slidenum">
              <a:rPr lang="en-GB" smtClean="0"/>
              <a:t>21</a:t>
            </a:fld>
            <a:endParaRPr lang="en-GB"/>
          </a:p>
        </p:txBody>
      </p:sp>
    </p:spTree>
    <p:extLst>
      <p:ext uri="{BB962C8B-B14F-4D97-AF65-F5344CB8AC3E}">
        <p14:creationId xmlns:p14="http://schemas.microsoft.com/office/powerpoint/2010/main" val="2665105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E2AC9BB-B17F-4D1D-AC09-2AD04BE83E80}" type="slidenum">
              <a:rPr lang="en-GB" smtClean="0"/>
              <a:t>22</a:t>
            </a:fld>
            <a:endParaRPr lang="en-GB"/>
          </a:p>
        </p:txBody>
      </p:sp>
    </p:spTree>
    <p:extLst>
      <p:ext uri="{BB962C8B-B14F-4D97-AF65-F5344CB8AC3E}">
        <p14:creationId xmlns:p14="http://schemas.microsoft.com/office/powerpoint/2010/main" val="2531616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1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1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White)">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A71992C-9858-895E-3BFD-A0049C17771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Text Placeholder 11">
            <a:extLst>
              <a:ext uri="{FF2B5EF4-FFF2-40B4-BE49-F238E27FC236}">
                <a16:creationId xmlns:a16="http://schemas.microsoft.com/office/drawing/2014/main" id="{510B606C-86A1-B415-9229-201822E6B4CF}"/>
              </a:ext>
            </a:extLst>
          </p:cNvPr>
          <p:cNvSpPr>
            <a:spLocks noGrp="1"/>
          </p:cNvSpPr>
          <p:nvPr>
            <p:ph type="body" sz="quarter" idx="10" hasCustomPrompt="1"/>
          </p:nvPr>
        </p:nvSpPr>
        <p:spPr>
          <a:xfrm>
            <a:off x="603504" y="3429000"/>
            <a:ext cx="6035040" cy="1231106"/>
          </a:xfrm>
          <a:prstGeom prst="rect">
            <a:avLst/>
          </a:prstGeom>
        </p:spPr>
        <p:txBody>
          <a:bodyPr lIns="0" tIns="0" rIns="0" bIns="0">
            <a:spAutoFit/>
          </a:bodyPr>
          <a:lstStyle>
            <a:lvl1pPr marL="0" indent="0">
              <a:lnSpc>
                <a:spcPct val="100000"/>
              </a:lnSpc>
              <a:buNone/>
              <a:defRPr sz="4000" spc="-180" baseline="0">
                <a:latin typeface="Silka" panose="00000500000000000000"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Presentation title set in Silka Regular</a:t>
            </a:r>
            <a:endParaRPr lang="en-GB" dirty="0"/>
          </a:p>
        </p:txBody>
      </p:sp>
      <p:sp>
        <p:nvSpPr>
          <p:cNvPr id="10" name="Text Placeholder 8">
            <a:extLst>
              <a:ext uri="{FF2B5EF4-FFF2-40B4-BE49-F238E27FC236}">
                <a16:creationId xmlns:a16="http://schemas.microsoft.com/office/drawing/2014/main" id="{A2294E85-04B5-9E2A-ED6F-17BCE6C96ECC}"/>
              </a:ext>
            </a:extLst>
          </p:cNvPr>
          <p:cNvSpPr>
            <a:spLocks noGrp="1"/>
          </p:cNvSpPr>
          <p:nvPr>
            <p:ph type="body" sz="quarter" idx="11" hasCustomPrompt="1"/>
          </p:nvPr>
        </p:nvSpPr>
        <p:spPr>
          <a:xfrm>
            <a:off x="9144000" y="6336792"/>
            <a:ext cx="2743200" cy="138499"/>
          </a:xfrm>
          <a:prstGeom prst="rect">
            <a:avLst/>
          </a:prstGeom>
        </p:spPr>
        <p:txBody>
          <a:bodyPr lIns="0" tIns="0" rIns="0" bIns="0" anchor="ctr" anchorCtr="0">
            <a:spAutoFit/>
          </a:bodyPr>
          <a:lstStyle>
            <a:lvl1pPr marL="0" indent="0" algn="r">
              <a:buNone/>
              <a:defRPr sz="1000" spc="-50" baseline="0"/>
            </a:lvl1pPr>
          </a:lstStyle>
          <a:p>
            <a:pPr lvl="0"/>
            <a:r>
              <a:rPr lang="en-US" dirty="0"/>
              <a:t>Insert date here</a:t>
            </a:r>
            <a:endParaRPr lang="en-GB" dirty="0"/>
          </a:p>
        </p:txBody>
      </p:sp>
      <p:sp>
        <p:nvSpPr>
          <p:cNvPr id="3" name="TextBox 2">
            <a:extLst>
              <a:ext uri="{FF2B5EF4-FFF2-40B4-BE49-F238E27FC236}">
                <a16:creationId xmlns:a16="http://schemas.microsoft.com/office/drawing/2014/main" id="{0AD4B926-9B02-E3CF-B583-6BC6ED529063}"/>
              </a:ext>
            </a:extLst>
          </p:cNvPr>
          <p:cNvSpPr txBox="1"/>
          <p:nvPr userDrawn="1"/>
        </p:nvSpPr>
        <p:spPr>
          <a:xfrm>
            <a:off x="603504" y="6099048"/>
            <a:ext cx="5564597" cy="153888"/>
          </a:xfrm>
          <a:prstGeom prst="rect">
            <a:avLst/>
          </a:prstGeom>
          <a:noFill/>
        </p:spPr>
        <p:txBody>
          <a:bodyPr wrap="square" lIns="0" tIns="0" rIns="0" bIns="0" rtlCol="0">
            <a:spAutoFit/>
          </a:bodyPr>
          <a:lstStyle/>
          <a:p>
            <a:r>
              <a:rPr lang="en-US" sz="1000" kern="100" spc="0" dirty="0">
                <a:solidFill>
                  <a:srgbClr val="FF0000"/>
                </a:solidFill>
                <a:latin typeface="Silka SemiBold" panose="00000700000000000000" pitchFamily="50" charset="0"/>
              </a:rPr>
              <a:t>Simpler trade. Smarter tech.  </a:t>
            </a:r>
            <a:r>
              <a:rPr lang="en-US" sz="1000" kern="100" spc="0" dirty="0">
                <a:latin typeface="Silka SemiBold" panose="00000700000000000000" pitchFamily="50" charset="0"/>
              </a:rPr>
              <a:t>crimsonlogic.com</a:t>
            </a:r>
            <a:endParaRPr lang="en-GB" sz="1000" kern="100" spc="0" dirty="0">
              <a:latin typeface="Silka SemiBold" panose="00000700000000000000" pitchFamily="50" charset="0"/>
            </a:endParaRPr>
          </a:p>
        </p:txBody>
      </p:sp>
      <p:pic>
        <p:nvPicPr>
          <p:cNvPr id="6" name="Picture 5" descr="A black background with a black square&#10;&#10;Description automatically generated with medium confidence">
            <a:extLst>
              <a:ext uri="{FF2B5EF4-FFF2-40B4-BE49-F238E27FC236}">
                <a16:creationId xmlns:a16="http://schemas.microsoft.com/office/drawing/2014/main" id="{742D08FE-6F92-9963-73C3-520E3DE9783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3504" y="603504"/>
            <a:ext cx="2825496" cy="767078"/>
          </a:xfrm>
          <a:prstGeom prst="rect">
            <a:avLst/>
          </a:prstGeom>
        </p:spPr>
      </p:pic>
    </p:spTree>
    <p:extLst>
      <p:ext uri="{BB962C8B-B14F-4D97-AF65-F5344CB8AC3E}">
        <p14:creationId xmlns:p14="http://schemas.microsoft.com/office/powerpoint/2010/main" val="1241895046"/>
      </p:ext>
    </p:extLst>
  </p:cSld>
  <p:clrMapOvr>
    <a:masterClrMapping/>
  </p:clrMapOvr>
  <p:extLst>
    <p:ext uri="{DCECCB84-F9BA-43D5-87BE-67443E8EF086}">
      <p15:sldGuideLst xmlns:p15="http://schemas.microsoft.com/office/powerpoint/2012/main">
        <p15:guide id="1" pos="39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Cover (Red)">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B04E9B2-F804-62ED-E5E3-EC45E8905B5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4" name="Text Placeholder 11">
            <a:extLst>
              <a:ext uri="{FF2B5EF4-FFF2-40B4-BE49-F238E27FC236}">
                <a16:creationId xmlns:a16="http://schemas.microsoft.com/office/drawing/2014/main" id="{49665EAF-E370-ABEF-603C-EA4BC447EAFA}"/>
              </a:ext>
            </a:extLst>
          </p:cNvPr>
          <p:cNvSpPr>
            <a:spLocks noGrp="1"/>
          </p:cNvSpPr>
          <p:nvPr>
            <p:ph type="body" sz="quarter" idx="10" hasCustomPrompt="1"/>
          </p:nvPr>
        </p:nvSpPr>
        <p:spPr>
          <a:xfrm>
            <a:off x="603504" y="3429000"/>
            <a:ext cx="6035040" cy="1231106"/>
          </a:xfrm>
          <a:prstGeom prst="rect">
            <a:avLst/>
          </a:prstGeom>
        </p:spPr>
        <p:txBody>
          <a:bodyPr lIns="0" tIns="0" rIns="0" bIns="0">
            <a:spAutoFit/>
          </a:bodyPr>
          <a:lstStyle>
            <a:lvl1pPr marL="0" indent="0">
              <a:lnSpc>
                <a:spcPct val="100000"/>
              </a:lnSpc>
              <a:buNone/>
              <a:defRPr sz="4000" spc="-180" baseline="0">
                <a:solidFill>
                  <a:schemeClr val="bg1"/>
                </a:solidFill>
                <a:latin typeface="Silka" panose="00000500000000000000"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Presentation title set in Silka Regular</a:t>
            </a:r>
            <a:endParaRPr lang="en-GB" dirty="0"/>
          </a:p>
        </p:txBody>
      </p:sp>
      <p:sp>
        <p:nvSpPr>
          <p:cNvPr id="5" name="TextBox 4">
            <a:extLst>
              <a:ext uri="{FF2B5EF4-FFF2-40B4-BE49-F238E27FC236}">
                <a16:creationId xmlns:a16="http://schemas.microsoft.com/office/drawing/2014/main" id="{D1864659-2E56-1768-D9F6-83B6B1137BA1}"/>
              </a:ext>
            </a:extLst>
          </p:cNvPr>
          <p:cNvSpPr txBox="1"/>
          <p:nvPr userDrawn="1"/>
        </p:nvSpPr>
        <p:spPr>
          <a:xfrm>
            <a:off x="603504" y="6099048"/>
            <a:ext cx="5564597" cy="153888"/>
          </a:xfrm>
          <a:prstGeom prst="rect">
            <a:avLst/>
          </a:prstGeom>
          <a:noFill/>
        </p:spPr>
        <p:txBody>
          <a:bodyPr wrap="square" lIns="0" tIns="0" rIns="0" bIns="0" rtlCol="0">
            <a:spAutoFit/>
          </a:bodyPr>
          <a:lstStyle/>
          <a:p>
            <a:r>
              <a:rPr lang="en-US" sz="1000" kern="100" spc="0" dirty="0">
                <a:solidFill>
                  <a:schemeClr val="bg1"/>
                </a:solidFill>
                <a:latin typeface="Silka SemiBold" panose="00000700000000000000" pitchFamily="50" charset="0"/>
              </a:rPr>
              <a:t>Simpler trade. Smarter tech.  </a:t>
            </a:r>
            <a:r>
              <a:rPr lang="en-US" sz="1000" kern="100" spc="0" dirty="0">
                <a:latin typeface="Silka SemiBold" panose="00000700000000000000" pitchFamily="50" charset="0"/>
              </a:rPr>
              <a:t>crimsonlogic.com</a:t>
            </a:r>
            <a:endParaRPr lang="en-GB" sz="1000" kern="100" spc="0" dirty="0">
              <a:latin typeface="Silka SemiBold" panose="00000700000000000000" pitchFamily="50" charset="0"/>
            </a:endParaRPr>
          </a:p>
        </p:txBody>
      </p:sp>
      <p:pic>
        <p:nvPicPr>
          <p:cNvPr id="6" name="Picture 5" descr="A black and white logo&#10;&#10;Description automatically generated">
            <a:extLst>
              <a:ext uri="{FF2B5EF4-FFF2-40B4-BE49-F238E27FC236}">
                <a16:creationId xmlns:a16="http://schemas.microsoft.com/office/drawing/2014/main" id="{D2AF5828-D835-73EF-48E8-ED8B21C96C6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3504" y="603504"/>
            <a:ext cx="2825496" cy="767078"/>
          </a:xfrm>
          <a:prstGeom prst="rect">
            <a:avLst/>
          </a:prstGeom>
        </p:spPr>
      </p:pic>
      <p:sp>
        <p:nvSpPr>
          <p:cNvPr id="8" name="Text Placeholder 8">
            <a:extLst>
              <a:ext uri="{FF2B5EF4-FFF2-40B4-BE49-F238E27FC236}">
                <a16:creationId xmlns:a16="http://schemas.microsoft.com/office/drawing/2014/main" id="{E99A5F68-FF10-C9D8-163D-6F10CFD9BF59}"/>
              </a:ext>
            </a:extLst>
          </p:cNvPr>
          <p:cNvSpPr>
            <a:spLocks noGrp="1"/>
          </p:cNvSpPr>
          <p:nvPr>
            <p:ph type="body" sz="quarter" idx="11" hasCustomPrompt="1"/>
          </p:nvPr>
        </p:nvSpPr>
        <p:spPr>
          <a:xfrm>
            <a:off x="9144000" y="6336792"/>
            <a:ext cx="2743200" cy="138499"/>
          </a:xfrm>
          <a:prstGeom prst="rect">
            <a:avLst/>
          </a:prstGeom>
        </p:spPr>
        <p:txBody>
          <a:bodyPr lIns="0" tIns="0" rIns="0" bIns="0" anchor="ctr" anchorCtr="0">
            <a:spAutoFit/>
          </a:bodyPr>
          <a:lstStyle>
            <a:lvl1pPr marL="0" indent="0" algn="r">
              <a:buNone/>
              <a:defRPr sz="1000" spc="-50" baseline="0">
                <a:solidFill>
                  <a:schemeClr val="bg1"/>
                </a:solidFill>
              </a:defRPr>
            </a:lvl1pPr>
          </a:lstStyle>
          <a:p>
            <a:pPr lvl="0"/>
            <a:r>
              <a:rPr lang="en-US" dirty="0"/>
              <a:t>Insert date here</a:t>
            </a:r>
            <a:endParaRPr lang="en-GB" dirty="0"/>
          </a:p>
        </p:txBody>
      </p:sp>
    </p:spTree>
    <p:extLst>
      <p:ext uri="{BB962C8B-B14F-4D97-AF65-F5344CB8AC3E}">
        <p14:creationId xmlns:p14="http://schemas.microsoft.com/office/powerpoint/2010/main" val="1109526598"/>
      </p:ext>
    </p:extLst>
  </p:cSld>
  <p:clrMapOvr>
    <a:masterClrMapping/>
  </p:clrMapOvr>
  <p:extLst>
    <p:ext uri="{DCECCB84-F9BA-43D5-87BE-67443E8EF086}">
      <p15:sldGuideLst xmlns:p15="http://schemas.microsoft.com/office/powerpoint/2012/main">
        <p15:guide id="1" pos="39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Whit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55E9AE-33D6-580D-4A98-26C9941D6C5E}"/>
              </a:ext>
            </a:extLst>
          </p:cNvPr>
          <p:cNvSpPr txBox="1"/>
          <p:nvPr userDrawn="1"/>
        </p:nvSpPr>
        <p:spPr>
          <a:xfrm>
            <a:off x="603504" y="6099048"/>
            <a:ext cx="5564597" cy="153888"/>
          </a:xfrm>
          <a:prstGeom prst="rect">
            <a:avLst/>
          </a:prstGeom>
          <a:noFill/>
        </p:spPr>
        <p:txBody>
          <a:bodyPr wrap="square" lIns="0" tIns="0" rIns="0" bIns="0" rtlCol="0">
            <a:spAutoFit/>
          </a:bodyPr>
          <a:lstStyle/>
          <a:p>
            <a:r>
              <a:rPr lang="en-US" sz="1000" kern="100" spc="0" dirty="0">
                <a:solidFill>
                  <a:srgbClr val="FF0000"/>
                </a:solidFill>
                <a:latin typeface="Silka SemiBold" panose="00000700000000000000" pitchFamily="50" charset="0"/>
              </a:rPr>
              <a:t>Simpler trade. Smarter tech.  </a:t>
            </a:r>
            <a:r>
              <a:rPr lang="en-US" sz="1000" kern="100" spc="0" dirty="0">
                <a:latin typeface="Silka SemiBold" panose="00000700000000000000" pitchFamily="50" charset="0"/>
              </a:rPr>
              <a:t>crimsonlogic.com</a:t>
            </a:r>
            <a:endParaRPr lang="en-GB" sz="1000" kern="100" spc="0" dirty="0">
              <a:latin typeface="Silka SemiBold" panose="00000700000000000000" pitchFamily="50" charset="0"/>
            </a:endParaRPr>
          </a:p>
        </p:txBody>
      </p:sp>
      <p:sp>
        <p:nvSpPr>
          <p:cNvPr id="9" name="Text Placeholder 11">
            <a:extLst>
              <a:ext uri="{FF2B5EF4-FFF2-40B4-BE49-F238E27FC236}">
                <a16:creationId xmlns:a16="http://schemas.microsoft.com/office/drawing/2014/main" id="{9AC22A59-ADA5-3A7D-F178-7FD062947B0A}"/>
              </a:ext>
            </a:extLst>
          </p:cNvPr>
          <p:cNvSpPr>
            <a:spLocks noGrp="1"/>
          </p:cNvSpPr>
          <p:nvPr>
            <p:ph type="body" sz="quarter" idx="10" hasCustomPrompt="1"/>
          </p:nvPr>
        </p:nvSpPr>
        <p:spPr>
          <a:xfrm>
            <a:off x="603504" y="3429000"/>
            <a:ext cx="6035040" cy="615553"/>
          </a:xfrm>
          <a:prstGeom prst="rect">
            <a:avLst/>
          </a:prstGeom>
        </p:spPr>
        <p:txBody>
          <a:bodyPr lIns="0" tIns="0" rIns="0" bIns="0">
            <a:spAutoFit/>
          </a:bodyPr>
          <a:lstStyle>
            <a:lvl1pPr marL="0" indent="0">
              <a:lnSpc>
                <a:spcPct val="100000"/>
              </a:lnSpc>
              <a:buNone/>
              <a:defRPr sz="4000" spc="-180" baseline="0">
                <a:latin typeface="Silka" panose="00000500000000000000"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divider title</a:t>
            </a:r>
            <a:endParaRPr lang="en-GB" dirty="0"/>
          </a:p>
        </p:txBody>
      </p:sp>
      <p:pic>
        <p:nvPicPr>
          <p:cNvPr id="8" name="Graphic 7">
            <a:extLst>
              <a:ext uri="{FF2B5EF4-FFF2-40B4-BE49-F238E27FC236}">
                <a16:creationId xmlns:a16="http://schemas.microsoft.com/office/drawing/2014/main" id="{D4409196-5E28-D7EA-0CA6-837E69DBD92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330" b="1330"/>
          <a:stretch/>
        </p:blipFill>
        <p:spPr>
          <a:xfrm>
            <a:off x="6825721" y="0"/>
            <a:ext cx="4742025" cy="6858000"/>
          </a:xfrm>
          <a:prstGeom prst="rect">
            <a:avLst/>
          </a:prstGeom>
        </p:spPr>
      </p:pic>
      <p:pic>
        <p:nvPicPr>
          <p:cNvPr id="2" name="Picture 1" descr="A black background with a black square&#10;&#10;Description automatically generated with medium confidence">
            <a:extLst>
              <a:ext uri="{FF2B5EF4-FFF2-40B4-BE49-F238E27FC236}">
                <a16:creationId xmlns:a16="http://schemas.microsoft.com/office/drawing/2014/main" id="{60A4C7F4-931E-B583-1213-72C9E29BADE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3504" y="603504"/>
            <a:ext cx="2825496" cy="767078"/>
          </a:xfrm>
          <a:prstGeom prst="rect">
            <a:avLst/>
          </a:prstGeom>
        </p:spPr>
      </p:pic>
      <p:sp>
        <p:nvSpPr>
          <p:cNvPr id="5" name="Slide Number Placeholder 2">
            <a:extLst>
              <a:ext uri="{FF2B5EF4-FFF2-40B4-BE49-F238E27FC236}">
                <a16:creationId xmlns:a16="http://schemas.microsoft.com/office/drawing/2014/main" id="{7648F4A8-F495-6EE8-F7C1-96510CAB7246}"/>
              </a:ext>
            </a:extLst>
          </p:cNvPr>
          <p:cNvSpPr txBox="1">
            <a:spLocks/>
          </p:cNvSpPr>
          <p:nvPr userDrawn="1"/>
        </p:nvSpPr>
        <p:spPr>
          <a:xfrm>
            <a:off x="9144000" y="6402360"/>
            <a:ext cx="2743200" cy="153888"/>
          </a:xfrm>
          <a:prstGeom prst="rect">
            <a:avLst/>
          </a:prstGeom>
        </p:spPr>
        <p:txBody>
          <a:bodyPr vert="horz" lIns="0" tIns="0" rIns="0" bIns="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spc="-50" baseline="0" dirty="0">
                <a:solidFill>
                  <a:schemeClr val="tx1"/>
                </a:solidFill>
              </a:rPr>
              <a:t>Page </a:t>
            </a:r>
            <a:fld id="{D253F943-DE42-462D-A682-37B11F57643F}" type="slidenum">
              <a:rPr lang="en-GB" sz="1000" spc="-50" baseline="0" smtClean="0">
                <a:solidFill>
                  <a:schemeClr val="tx1"/>
                </a:solidFill>
              </a:rPr>
              <a:pPr/>
              <a:t>‹#›</a:t>
            </a:fld>
            <a:endParaRPr lang="en-GB" sz="1000" spc="-50" baseline="0" dirty="0">
              <a:solidFill>
                <a:schemeClr val="tx1"/>
              </a:solidFill>
            </a:endParaRPr>
          </a:p>
        </p:txBody>
      </p:sp>
    </p:spTree>
    <p:extLst>
      <p:ext uri="{BB962C8B-B14F-4D97-AF65-F5344CB8AC3E}">
        <p14:creationId xmlns:p14="http://schemas.microsoft.com/office/powerpoint/2010/main" val="2391659017"/>
      </p:ext>
    </p:extLst>
  </p:cSld>
  <p:clrMapOvr>
    <a:masterClrMapping/>
  </p:clrMapOvr>
  <p:extLst>
    <p:ext uri="{DCECCB84-F9BA-43D5-87BE-67443E8EF086}">
      <p15:sldGuideLst xmlns:p15="http://schemas.microsoft.com/office/powerpoint/2012/main">
        <p15:guide id="1" pos="39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Red)">
    <p:bg>
      <p:bgPr>
        <a:solidFill>
          <a:schemeClr val="tx2"/>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7FA08E-ECD9-7B7F-C147-B4A9CA7F9328}"/>
              </a:ext>
            </a:extLst>
          </p:cNvPr>
          <p:cNvSpPr txBox="1"/>
          <p:nvPr userDrawn="1"/>
        </p:nvSpPr>
        <p:spPr>
          <a:xfrm>
            <a:off x="603504" y="6099048"/>
            <a:ext cx="5564597" cy="153888"/>
          </a:xfrm>
          <a:prstGeom prst="rect">
            <a:avLst/>
          </a:prstGeom>
          <a:noFill/>
        </p:spPr>
        <p:txBody>
          <a:bodyPr wrap="square" lIns="0" tIns="0" rIns="0" bIns="0" rtlCol="0">
            <a:spAutoFit/>
          </a:bodyPr>
          <a:lstStyle/>
          <a:p>
            <a:r>
              <a:rPr lang="en-US" sz="1000" kern="100" spc="0" dirty="0">
                <a:solidFill>
                  <a:schemeClr val="bg1"/>
                </a:solidFill>
                <a:latin typeface="Silka SemiBold" panose="00000700000000000000" pitchFamily="50" charset="0"/>
              </a:rPr>
              <a:t>Simpler trade. Smarter tech.  </a:t>
            </a:r>
            <a:r>
              <a:rPr lang="en-US" sz="1000" kern="100" spc="0" dirty="0">
                <a:latin typeface="Silka SemiBold" panose="00000700000000000000" pitchFamily="50" charset="0"/>
              </a:rPr>
              <a:t>crimsonlogic.com</a:t>
            </a:r>
            <a:endParaRPr lang="en-GB" sz="1000" kern="100" spc="0" dirty="0">
              <a:latin typeface="Silka SemiBold" panose="00000700000000000000" pitchFamily="50" charset="0"/>
            </a:endParaRPr>
          </a:p>
        </p:txBody>
      </p:sp>
      <p:sp>
        <p:nvSpPr>
          <p:cNvPr id="4" name="Text Placeholder 11">
            <a:extLst>
              <a:ext uri="{FF2B5EF4-FFF2-40B4-BE49-F238E27FC236}">
                <a16:creationId xmlns:a16="http://schemas.microsoft.com/office/drawing/2014/main" id="{F0E24CAE-66E7-EE3F-35A5-0C8C7A61AAF8}"/>
              </a:ext>
            </a:extLst>
          </p:cNvPr>
          <p:cNvSpPr>
            <a:spLocks noGrp="1"/>
          </p:cNvSpPr>
          <p:nvPr>
            <p:ph type="body" sz="quarter" idx="10" hasCustomPrompt="1"/>
          </p:nvPr>
        </p:nvSpPr>
        <p:spPr>
          <a:xfrm>
            <a:off x="603504" y="3429000"/>
            <a:ext cx="6035040" cy="615553"/>
          </a:xfrm>
          <a:prstGeom prst="rect">
            <a:avLst/>
          </a:prstGeom>
        </p:spPr>
        <p:txBody>
          <a:bodyPr lIns="0" tIns="0" rIns="0" bIns="0">
            <a:spAutoFit/>
          </a:bodyPr>
          <a:lstStyle>
            <a:lvl1pPr marL="0" indent="0">
              <a:lnSpc>
                <a:spcPct val="100000"/>
              </a:lnSpc>
              <a:buNone/>
              <a:defRPr sz="4000" spc="-180" baseline="0">
                <a:solidFill>
                  <a:schemeClr val="bg1"/>
                </a:solidFill>
                <a:latin typeface="Silka" panose="00000500000000000000"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divider title</a:t>
            </a:r>
            <a:endParaRPr lang="en-GB" dirty="0"/>
          </a:p>
        </p:txBody>
      </p:sp>
      <p:pic>
        <p:nvPicPr>
          <p:cNvPr id="7" name="Graphic 6">
            <a:extLst>
              <a:ext uri="{FF2B5EF4-FFF2-40B4-BE49-F238E27FC236}">
                <a16:creationId xmlns:a16="http://schemas.microsoft.com/office/drawing/2014/main" id="{1CF50CFA-36C5-E81B-7C3E-61B7A02FB87A}"/>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330" b="1330"/>
          <a:stretch/>
        </p:blipFill>
        <p:spPr>
          <a:xfrm>
            <a:off x="6825721" y="1"/>
            <a:ext cx="4742025" cy="6858000"/>
          </a:xfrm>
          <a:prstGeom prst="rect">
            <a:avLst/>
          </a:prstGeom>
        </p:spPr>
      </p:pic>
      <p:pic>
        <p:nvPicPr>
          <p:cNvPr id="3" name="Picture 2" descr="A black and white logo&#10;&#10;Description automatically generated">
            <a:extLst>
              <a:ext uri="{FF2B5EF4-FFF2-40B4-BE49-F238E27FC236}">
                <a16:creationId xmlns:a16="http://schemas.microsoft.com/office/drawing/2014/main" id="{5BFAB7E4-3DE2-96F5-0A0F-9F7B8D174E9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03504" y="603504"/>
            <a:ext cx="2825496" cy="767078"/>
          </a:xfrm>
          <a:prstGeom prst="rect">
            <a:avLst/>
          </a:prstGeom>
        </p:spPr>
      </p:pic>
      <p:sp>
        <p:nvSpPr>
          <p:cNvPr id="2" name="Slide Number Placeholder 2">
            <a:extLst>
              <a:ext uri="{FF2B5EF4-FFF2-40B4-BE49-F238E27FC236}">
                <a16:creationId xmlns:a16="http://schemas.microsoft.com/office/drawing/2014/main" id="{3E6584E7-5870-E036-B583-342B15867F95}"/>
              </a:ext>
            </a:extLst>
          </p:cNvPr>
          <p:cNvSpPr txBox="1">
            <a:spLocks/>
          </p:cNvSpPr>
          <p:nvPr userDrawn="1"/>
        </p:nvSpPr>
        <p:spPr>
          <a:xfrm>
            <a:off x="9144000" y="6402360"/>
            <a:ext cx="2743200" cy="153888"/>
          </a:xfrm>
          <a:prstGeom prst="rect">
            <a:avLst/>
          </a:prstGeom>
        </p:spPr>
        <p:txBody>
          <a:bodyPr vert="horz" lIns="0" tIns="0" rIns="0" bIns="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spc="-50" baseline="0" dirty="0">
                <a:solidFill>
                  <a:schemeClr val="bg1"/>
                </a:solidFill>
              </a:rPr>
              <a:t>Page </a:t>
            </a:r>
            <a:fld id="{D253F943-DE42-462D-A682-37B11F57643F}" type="slidenum">
              <a:rPr lang="en-GB" sz="1000" spc="-50" baseline="0" smtClean="0">
                <a:solidFill>
                  <a:schemeClr val="bg1"/>
                </a:solidFill>
              </a:rPr>
              <a:pPr/>
              <a:t>‹#›</a:t>
            </a:fld>
            <a:endParaRPr lang="en-GB" sz="1000" spc="-50" baseline="0" dirty="0">
              <a:solidFill>
                <a:schemeClr val="bg1"/>
              </a:solidFill>
            </a:endParaRPr>
          </a:p>
        </p:txBody>
      </p:sp>
    </p:spTree>
    <p:extLst>
      <p:ext uri="{BB962C8B-B14F-4D97-AF65-F5344CB8AC3E}">
        <p14:creationId xmlns:p14="http://schemas.microsoft.com/office/powerpoint/2010/main" val="368700228"/>
      </p:ext>
    </p:extLst>
  </p:cSld>
  <p:clrMapOvr>
    <a:masterClrMapping/>
  </p:clrMapOvr>
  <p:extLst>
    <p:ext uri="{DCECCB84-F9BA-43D5-87BE-67443E8EF086}">
      <p15:sldGuideLst xmlns:p15="http://schemas.microsoft.com/office/powerpoint/2012/main">
        <p15:guide id="1" pos="39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A">
    <p:bg>
      <p:bgPr>
        <a:solidFill>
          <a:schemeClr val="bg1"/>
        </a:solidFill>
        <a:effectLst/>
      </p:bgPr>
    </p:bg>
    <p:spTree>
      <p:nvGrpSpPr>
        <p:cNvPr id="1" name=""/>
        <p:cNvGrpSpPr/>
        <p:nvPr/>
      </p:nvGrpSpPr>
      <p:grpSpPr>
        <a:xfrm>
          <a:off x="0" y="0"/>
          <a:ext cx="0" cy="0"/>
          <a:chOff x="0" y="0"/>
          <a:chExt cx="0" cy="0"/>
        </a:xfrm>
      </p:grpSpPr>
      <p:sp>
        <p:nvSpPr>
          <p:cNvPr id="7" name="Text Placeholder 9">
            <a:extLst>
              <a:ext uri="{FF2B5EF4-FFF2-40B4-BE49-F238E27FC236}">
                <a16:creationId xmlns:a16="http://schemas.microsoft.com/office/drawing/2014/main" id="{74FA9E1A-F8C5-54E2-5522-92A953B61E60}"/>
              </a:ext>
            </a:extLst>
          </p:cNvPr>
          <p:cNvSpPr>
            <a:spLocks noGrp="1"/>
          </p:cNvSpPr>
          <p:nvPr>
            <p:ph type="body" sz="quarter" idx="10" hasCustomPrompt="1"/>
          </p:nvPr>
        </p:nvSpPr>
        <p:spPr>
          <a:xfrm>
            <a:off x="301752" y="301752"/>
            <a:ext cx="11585448" cy="430887"/>
          </a:xfrm>
          <a:prstGeom prst="rect">
            <a:avLst/>
          </a:prstGeom>
        </p:spPr>
        <p:txBody>
          <a:bodyPr lIns="0" tIns="0" rIns="0" bIns="0">
            <a:spAutoFit/>
          </a:bodyPr>
          <a:lstStyle>
            <a:lvl1pPr marL="0" indent="0">
              <a:lnSpc>
                <a:spcPct val="100000"/>
              </a:lnSpc>
              <a:buNone/>
              <a:defRPr sz="2800" spc="-100" baseline="0">
                <a:solidFill>
                  <a:schemeClr val="tx2"/>
                </a:solidFill>
                <a:latin typeface="Silka" panose="00000500000000000000"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Slide title in Silka Regular</a:t>
            </a:r>
            <a:endParaRPr lang="en-GB" dirty="0"/>
          </a:p>
        </p:txBody>
      </p:sp>
      <p:sp>
        <p:nvSpPr>
          <p:cNvPr id="8" name="Text Placeholder 9">
            <a:extLst>
              <a:ext uri="{FF2B5EF4-FFF2-40B4-BE49-F238E27FC236}">
                <a16:creationId xmlns:a16="http://schemas.microsoft.com/office/drawing/2014/main" id="{9BF18BCC-754B-90E3-EF2C-A0D3FBC2B274}"/>
              </a:ext>
            </a:extLst>
          </p:cNvPr>
          <p:cNvSpPr>
            <a:spLocks noGrp="1"/>
          </p:cNvSpPr>
          <p:nvPr>
            <p:ph type="body" sz="quarter" idx="11"/>
          </p:nvPr>
        </p:nvSpPr>
        <p:spPr>
          <a:xfrm>
            <a:off x="603504" y="1188249"/>
            <a:ext cx="5734465" cy="1682511"/>
          </a:xfrm>
          <a:prstGeom prst="rect">
            <a:avLst/>
          </a:prstGeom>
        </p:spPr>
        <p:txBody>
          <a:bodyPr lIns="0" tIns="0" rIns="0" bIns="0"/>
          <a:lstStyle>
            <a:lvl1pPr marL="0" indent="0">
              <a:lnSpc>
                <a:spcPct val="110000"/>
              </a:lnSpc>
              <a:spcBef>
                <a:spcPts val="0"/>
              </a:spcBef>
              <a:spcAft>
                <a:spcPts val="600"/>
              </a:spcAft>
              <a:buNone/>
              <a:defRPr sz="1200" spc="-20" baseline="0">
                <a:solidFill>
                  <a:schemeClr val="tx1"/>
                </a:solidFill>
                <a:latin typeface="Silka" panose="00000500000000000000" pitchFamily="50" charset="0"/>
              </a:defRPr>
            </a:lvl1pPr>
            <a:lvl2pPr marL="457200" indent="0">
              <a:buNone/>
              <a:defRPr/>
            </a:lvl2pPr>
            <a:lvl3pPr marL="914400" indent="0">
              <a:buNone/>
              <a:defRPr/>
            </a:lvl3pPr>
            <a:lvl4pPr marL="1371600" indent="0">
              <a:buNone/>
              <a:defRPr/>
            </a:lvl4pPr>
            <a:lvl5pPr marL="1828800" indent="0">
              <a:buNone/>
              <a:defRPr/>
            </a:lvl5pPr>
          </a:lstStyle>
          <a:p>
            <a:pPr lvl="0"/>
            <a:endParaRPr lang="en-GB" dirty="0"/>
          </a:p>
        </p:txBody>
      </p:sp>
      <p:sp>
        <p:nvSpPr>
          <p:cNvPr id="11" name="Text Placeholder 9">
            <a:extLst>
              <a:ext uri="{FF2B5EF4-FFF2-40B4-BE49-F238E27FC236}">
                <a16:creationId xmlns:a16="http://schemas.microsoft.com/office/drawing/2014/main" id="{C1FFC23C-ADB9-E277-4CEB-FA10B2A41CA6}"/>
              </a:ext>
            </a:extLst>
          </p:cNvPr>
          <p:cNvSpPr>
            <a:spLocks noGrp="1"/>
          </p:cNvSpPr>
          <p:nvPr>
            <p:ph type="body" sz="quarter" idx="12"/>
          </p:nvPr>
        </p:nvSpPr>
        <p:spPr>
          <a:xfrm>
            <a:off x="603504" y="3094028"/>
            <a:ext cx="5734465" cy="1682511"/>
          </a:xfrm>
          <a:prstGeom prst="rect">
            <a:avLst/>
          </a:prstGeom>
        </p:spPr>
        <p:txBody>
          <a:bodyPr lIns="0" tIns="0" rIns="0" bIns="0"/>
          <a:lstStyle>
            <a:lvl1pPr marL="228600" indent="-228600">
              <a:lnSpc>
                <a:spcPct val="110000"/>
              </a:lnSpc>
              <a:spcBef>
                <a:spcPts val="0"/>
              </a:spcBef>
              <a:spcAft>
                <a:spcPts val="600"/>
              </a:spcAft>
              <a:buSzPct val="125000"/>
              <a:buFont typeface="Wingdings" panose="05000000000000000000" pitchFamily="2" charset="2"/>
              <a:buChar char="§"/>
              <a:defRPr sz="1200" spc="-20" baseline="0">
                <a:solidFill>
                  <a:schemeClr val="tx1"/>
                </a:solidFill>
                <a:latin typeface="Silka" panose="00000500000000000000" pitchFamily="50" charset="0"/>
              </a:defRPr>
            </a:lvl1pPr>
            <a:lvl2pPr marL="457200" indent="0">
              <a:buNone/>
              <a:defRPr/>
            </a:lvl2pPr>
            <a:lvl3pPr marL="914400" indent="0">
              <a:buNone/>
              <a:defRPr/>
            </a:lvl3pPr>
            <a:lvl4pPr marL="1371600" indent="0">
              <a:buNone/>
              <a:defRPr/>
            </a:lvl4pPr>
            <a:lvl5pPr marL="1828800" indent="0">
              <a:buNone/>
              <a:defRPr/>
            </a:lvl5pPr>
          </a:lstStyle>
          <a:p>
            <a:pPr lvl="0"/>
            <a:endParaRPr lang="en-GB" dirty="0"/>
          </a:p>
        </p:txBody>
      </p:sp>
      <p:pic>
        <p:nvPicPr>
          <p:cNvPr id="6" name="Picture 5" descr="A black background with a black square&#10;&#10;Description automatically generated with medium confidence">
            <a:extLst>
              <a:ext uri="{FF2B5EF4-FFF2-40B4-BE49-F238E27FC236}">
                <a16:creationId xmlns:a16="http://schemas.microsoft.com/office/drawing/2014/main" id="{E67B9BDA-A4D2-10F6-BAEC-961FD2CD8C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752" y="6245942"/>
            <a:ext cx="1143000" cy="310306"/>
          </a:xfrm>
          <a:prstGeom prst="rect">
            <a:avLst/>
          </a:prstGeom>
        </p:spPr>
      </p:pic>
      <p:sp>
        <p:nvSpPr>
          <p:cNvPr id="2" name="Slide Number Placeholder 2">
            <a:extLst>
              <a:ext uri="{FF2B5EF4-FFF2-40B4-BE49-F238E27FC236}">
                <a16:creationId xmlns:a16="http://schemas.microsoft.com/office/drawing/2014/main" id="{2CE9CBAD-7A67-BD68-9F47-288004FEE628}"/>
              </a:ext>
            </a:extLst>
          </p:cNvPr>
          <p:cNvSpPr txBox="1">
            <a:spLocks/>
          </p:cNvSpPr>
          <p:nvPr userDrawn="1"/>
        </p:nvSpPr>
        <p:spPr>
          <a:xfrm>
            <a:off x="9144000" y="6402360"/>
            <a:ext cx="2743200" cy="153888"/>
          </a:xfrm>
          <a:prstGeom prst="rect">
            <a:avLst/>
          </a:prstGeom>
        </p:spPr>
        <p:txBody>
          <a:bodyPr vert="horz" lIns="0" tIns="0" rIns="0" bIns="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spc="-50" baseline="0" dirty="0">
                <a:solidFill>
                  <a:schemeClr val="tx1"/>
                </a:solidFill>
              </a:rPr>
              <a:t>Page </a:t>
            </a:r>
            <a:fld id="{D253F943-DE42-462D-A682-37B11F57643F}" type="slidenum">
              <a:rPr lang="en-GB" sz="1000" spc="-50" baseline="0" smtClean="0">
                <a:solidFill>
                  <a:schemeClr val="tx1"/>
                </a:solidFill>
              </a:rPr>
              <a:pPr/>
              <a:t>‹#›</a:t>
            </a:fld>
            <a:endParaRPr lang="en-GB" sz="1000" spc="-50" baseline="0" dirty="0">
              <a:solidFill>
                <a:schemeClr val="tx1"/>
              </a:solidFill>
            </a:endParaRPr>
          </a:p>
        </p:txBody>
      </p:sp>
    </p:spTree>
    <p:extLst>
      <p:ext uri="{BB962C8B-B14F-4D97-AF65-F5344CB8AC3E}">
        <p14:creationId xmlns:p14="http://schemas.microsoft.com/office/powerpoint/2010/main" val="319074109"/>
      </p:ext>
    </p:extLst>
  </p:cSld>
  <p:clrMapOvr>
    <a:masterClrMapping/>
  </p:clrMapOvr>
  <p:extLst>
    <p:ext uri="{DCECCB84-F9BA-43D5-87BE-67443E8EF086}">
      <p15:sldGuideLst xmlns:p15="http://schemas.microsoft.com/office/powerpoint/2012/main">
        <p15:guide id="1" pos="39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B">
    <p:bg>
      <p:bgPr>
        <a:solidFill>
          <a:schemeClr val="tx2"/>
        </a:solidFill>
        <a:effectLst/>
      </p:bgPr>
    </p:bg>
    <p:spTree>
      <p:nvGrpSpPr>
        <p:cNvPr id="1" name=""/>
        <p:cNvGrpSpPr/>
        <p:nvPr/>
      </p:nvGrpSpPr>
      <p:grpSpPr>
        <a:xfrm>
          <a:off x="0" y="0"/>
          <a:ext cx="0" cy="0"/>
          <a:chOff x="0" y="0"/>
          <a:chExt cx="0" cy="0"/>
        </a:xfrm>
      </p:grpSpPr>
      <p:sp>
        <p:nvSpPr>
          <p:cNvPr id="4" name="Text Placeholder 9">
            <a:extLst>
              <a:ext uri="{FF2B5EF4-FFF2-40B4-BE49-F238E27FC236}">
                <a16:creationId xmlns:a16="http://schemas.microsoft.com/office/drawing/2014/main" id="{041B75B3-A8A6-0D2C-471E-3FD27B7AC499}"/>
              </a:ext>
            </a:extLst>
          </p:cNvPr>
          <p:cNvSpPr>
            <a:spLocks noGrp="1"/>
          </p:cNvSpPr>
          <p:nvPr>
            <p:ph type="body" sz="quarter" idx="10" hasCustomPrompt="1"/>
          </p:nvPr>
        </p:nvSpPr>
        <p:spPr>
          <a:xfrm>
            <a:off x="301752" y="301752"/>
            <a:ext cx="11585448" cy="430887"/>
          </a:xfrm>
          <a:prstGeom prst="rect">
            <a:avLst/>
          </a:prstGeom>
        </p:spPr>
        <p:txBody>
          <a:bodyPr lIns="0" tIns="0" rIns="0" bIns="0">
            <a:spAutoFit/>
          </a:bodyPr>
          <a:lstStyle>
            <a:lvl1pPr marL="0" indent="0">
              <a:lnSpc>
                <a:spcPct val="100000"/>
              </a:lnSpc>
              <a:buNone/>
              <a:defRPr sz="2800" spc="-100" baseline="0">
                <a:solidFill>
                  <a:schemeClr val="bg1"/>
                </a:solidFill>
                <a:latin typeface="Silka" panose="00000500000000000000" pitchFamily="50"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Slide title in Silka Regular</a:t>
            </a:r>
            <a:endParaRPr lang="en-GB" dirty="0"/>
          </a:p>
        </p:txBody>
      </p:sp>
      <p:pic>
        <p:nvPicPr>
          <p:cNvPr id="7" name="Picture 6" descr="A black and white logo&#10;&#10;Description automatically generated">
            <a:extLst>
              <a:ext uri="{FF2B5EF4-FFF2-40B4-BE49-F238E27FC236}">
                <a16:creationId xmlns:a16="http://schemas.microsoft.com/office/drawing/2014/main" id="{F1E8ED60-347B-200F-5807-AF43D7A7A3F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752" y="6245941"/>
            <a:ext cx="1143000" cy="310307"/>
          </a:xfrm>
          <a:prstGeom prst="rect">
            <a:avLst/>
          </a:prstGeom>
        </p:spPr>
      </p:pic>
      <p:sp>
        <p:nvSpPr>
          <p:cNvPr id="13" name="Text Placeholder 9">
            <a:extLst>
              <a:ext uri="{FF2B5EF4-FFF2-40B4-BE49-F238E27FC236}">
                <a16:creationId xmlns:a16="http://schemas.microsoft.com/office/drawing/2014/main" id="{015B8A58-5AFD-D2F3-178E-CA8C9E7A00EE}"/>
              </a:ext>
            </a:extLst>
          </p:cNvPr>
          <p:cNvSpPr>
            <a:spLocks noGrp="1"/>
          </p:cNvSpPr>
          <p:nvPr>
            <p:ph type="body" sz="quarter" idx="11"/>
          </p:nvPr>
        </p:nvSpPr>
        <p:spPr>
          <a:xfrm>
            <a:off x="603504" y="1188249"/>
            <a:ext cx="5734465" cy="1682511"/>
          </a:xfrm>
          <a:prstGeom prst="rect">
            <a:avLst/>
          </a:prstGeom>
        </p:spPr>
        <p:txBody>
          <a:bodyPr lIns="0" tIns="0" rIns="0" bIns="0"/>
          <a:lstStyle>
            <a:lvl1pPr marL="0" indent="0">
              <a:lnSpc>
                <a:spcPct val="110000"/>
              </a:lnSpc>
              <a:spcBef>
                <a:spcPts val="0"/>
              </a:spcBef>
              <a:spcAft>
                <a:spcPts val="600"/>
              </a:spcAft>
              <a:buNone/>
              <a:defRPr sz="1200" spc="-20" baseline="0">
                <a:solidFill>
                  <a:schemeClr val="bg1"/>
                </a:solidFill>
                <a:latin typeface="Silka" panose="00000500000000000000" pitchFamily="50" charset="0"/>
              </a:defRPr>
            </a:lvl1pPr>
            <a:lvl2pPr marL="457200" indent="0">
              <a:buNone/>
              <a:defRPr/>
            </a:lvl2pPr>
            <a:lvl3pPr marL="914400" indent="0">
              <a:buNone/>
              <a:defRPr/>
            </a:lvl3pPr>
            <a:lvl4pPr marL="1371600" indent="0">
              <a:buNone/>
              <a:defRPr/>
            </a:lvl4pPr>
            <a:lvl5pPr marL="1828800" indent="0">
              <a:buNone/>
              <a:defRPr/>
            </a:lvl5pPr>
          </a:lstStyle>
          <a:p>
            <a:pPr lvl="0"/>
            <a:endParaRPr lang="en-GB" dirty="0"/>
          </a:p>
        </p:txBody>
      </p:sp>
      <p:sp>
        <p:nvSpPr>
          <p:cNvPr id="14" name="Text Placeholder 9">
            <a:extLst>
              <a:ext uri="{FF2B5EF4-FFF2-40B4-BE49-F238E27FC236}">
                <a16:creationId xmlns:a16="http://schemas.microsoft.com/office/drawing/2014/main" id="{676C1FE3-03DA-4EBD-CCA5-BECEEFC676C9}"/>
              </a:ext>
            </a:extLst>
          </p:cNvPr>
          <p:cNvSpPr>
            <a:spLocks noGrp="1"/>
          </p:cNvSpPr>
          <p:nvPr>
            <p:ph type="body" sz="quarter" idx="12"/>
          </p:nvPr>
        </p:nvSpPr>
        <p:spPr>
          <a:xfrm>
            <a:off x="603504" y="3094028"/>
            <a:ext cx="5734465" cy="1682511"/>
          </a:xfrm>
          <a:prstGeom prst="rect">
            <a:avLst/>
          </a:prstGeom>
        </p:spPr>
        <p:txBody>
          <a:bodyPr lIns="0" tIns="0" rIns="0" bIns="0"/>
          <a:lstStyle>
            <a:lvl1pPr marL="228600" indent="-228600">
              <a:lnSpc>
                <a:spcPct val="110000"/>
              </a:lnSpc>
              <a:spcBef>
                <a:spcPts val="0"/>
              </a:spcBef>
              <a:spcAft>
                <a:spcPts val="600"/>
              </a:spcAft>
              <a:buSzPct val="125000"/>
              <a:buFont typeface="Wingdings" panose="05000000000000000000" pitchFamily="2" charset="2"/>
              <a:buChar char="§"/>
              <a:defRPr sz="1200" spc="-20" baseline="0">
                <a:solidFill>
                  <a:schemeClr val="bg1"/>
                </a:solidFill>
                <a:latin typeface="Silka" panose="00000500000000000000" pitchFamily="50" charset="0"/>
              </a:defRPr>
            </a:lvl1pPr>
            <a:lvl2pPr marL="457200" indent="0">
              <a:buNone/>
              <a:defRPr/>
            </a:lvl2pPr>
            <a:lvl3pPr marL="914400" indent="0">
              <a:buNone/>
              <a:defRPr/>
            </a:lvl3pPr>
            <a:lvl4pPr marL="1371600" indent="0">
              <a:buNone/>
              <a:defRPr/>
            </a:lvl4pPr>
            <a:lvl5pPr marL="1828800" indent="0">
              <a:buNone/>
              <a:defRPr/>
            </a:lvl5pPr>
          </a:lstStyle>
          <a:p>
            <a:pPr lvl="0"/>
            <a:endParaRPr lang="en-GB" dirty="0"/>
          </a:p>
        </p:txBody>
      </p:sp>
      <p:sp>
        <p:nvSpPr>
          <p:cNvPr id="2" name="Slide Number Placeholder 2">
            <a:extLst>
              <a:ext uri="{FF2B5EF4-FFF2-40B4-BE49-F238E27FC236}">
                <a16:creationId xmlns:a16="http://schemas.microsoft.com/office/drawing/2014/main" id="{843DFCC9-FB7A-0E75-B766-66EA23CD184F}"/>
              </a:ext>
            </a:extLst>
          </p:cNvPr>
          <p:cNvSpPr txBox="1">
            <a:spLocks/>
          </p:cNvSpPr>
          <p:nvPr userDrawn="1"/>
        </p:nvSpPr>
        <p:spPr>
          <a:xfrm>
            <a:off x="9144000" y="6402360"/>
            <a:ext cx="2743200" cy="153888"/>
          </a:xfrm>
          <a:prstGeom prst="rect">
            <a:avLst/>
          </a:prstGeom>
        </p:spPr>
        <p:txBody>
          <a:bodyPr vert="horz" lIns="0" tIns="0" rIns="0" bIns="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spc="-50" baseline="0" dirty="0">
                <a:solidFill>
                  <a:schemeClr val="bg1"/>
                </a:solidFill>
              </a:rPr>
              <a:t>Page </a:t>
            </a:r>
            <a:fld id="{D253F943-DE42-462D-A682-37B11F57643F}" type="slidenum">
              <a:rPr lang="en-GB" sz="1000" spc="-50" baseline="0" smtClean="0">
                <a:solidFill>
                  <a:schemeClr val="bg1"/>
                </a:solidFill>
              </a:rPr>
              <a:pPr/>
              <a:t>‹#›</a:t>
            </a:fld>
            <a:endParaRPr lang="en-GB" sz="1000" spc="-50" baseline="0" dirty="0">
              <a:solidFill>
                <a:schemeClr val="bg1"/>
              </a:solidFill>
            </a:endParaRPr>
          </a:p>
        </p:txBody>
      </p:sp>
    </p:spTree>
    <p:extLst>
      <p:ext uri="{BB962C8B-B14F-4D97-AF65-F5344CB8AC3E}">
        <p14:creationId xmlns:p14="http://schemas.microsoft.com/office/powerpoint/2010/main" val="3405836624"/>
      </p:ext>
    </p:extLst>
  </p:cSld>
  <p:clrMapOvr>
    <a:masterClrMapping/>
  </p:clrMapOvr>
  <p:extLst>
    <p:ext uri="{DCECCB84-F9BA-43D5-87BE-67443E8EF086}">
      <p15:sldGuideLst xmlns:p15="http://schemas.microsoft.com/office/powerpoint/2012/main">
        <p15:guide id="1" pos="39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C">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7C720C7-23CE-B5E1-85AA-76E4384E383D}"/>
              </a:ext>
            </a:extLst>
          </p:cNvPr>
          <p:cNvSpPr>
            <a:spLocks noGrp="1"/>
          </p:cNvSpPr>
          <p:nvPr>
            <p:ph type="body" sz="quarter" idx="10" hasCustomPrompt="1"/>
          </p:nvPr>
        </p:nvSpPr>
        <p:spPr>
          <a:xfrm>
            <a:off x="301751" y="301752"/>
            <a:ext cx="11585448" cy="492443"/>
          </a:xfrm>
          <a:prstGeom prst="rect">
            <a:avLst/>
          </a:prstGeom>
        </p:spPr>
        <p:txBody>
          <a:bodyPr lIns="0" tIns="0" rIns="0" bIns="0">
            <a:spAutoFit/>
          </a:bodyPr>
          <a:lstStyle>
            <a:lvl1pPr marL="0" indent="0">
              <a:lnSpc>
                <a:spcPct val="100000"/>
              </a:lnSpc>
              <a:spcBef>
                <a:spcPts val="0"/>
              </a:spcBef>
              <a:buNone/>
              <a:defRPr sz="1600" spc="-50" baseline="0">
                <a:solidFill>
                  <a:schemeClr val="tx1"/>
                </a:solidFill>
                <a:latin typeface="Silka Bold" panose="00000800000000000000" pitchFamily="50" charset="0"/>
              </a:defRPr>
            </a:lvl1pPr>
            <a:lvl2pPr>
              <a:defRPr sz="2000">
                <a:latin typeface="Silka Bold" panose="00000800000000000000" pitchFamily="50" charset="0"/>
              </a:defRPr>
            </a:lvl2pPr>
            <a:lvl3pPr>
              <a:defRPr sz="1800">
                <a:latin typeface="Silka Bold" panose="00000800000000000000" pitchFamily="50" charset="0"/>
              </a:defRPr>
            </a:lvl3pPr>
            <a:lvl4pPr>
              <a:defRPr sz="1600">
                <a:latin typeface="Silka Bold" panose="00000800000000000000" pitchFamily="50" charset="0"/>
              </a:defRPr>
            </a:lvl4pPr>
            <a:lvl5pPr>
              <a:defRPr sz="1600">
                <a:latin typeface="Silka Bold" panose="00000800000000000000" pitchFamily="50" charset="0"/>
              </a:defRPr>
            </a:lvl5pPr>
          </a:lstStyle>
          <a:p>
            <a:pPr lvl="0"/>
            <a:r>
              <a:rPr lang="en-US" dirty="0"/>
              <a:t>Action headline</a:t>
            </a:r>
            <a:br>
              <a:rPr lang="en-US" dirty="0"/>
            </a:br>
            <a:r>
              <a:rPr lang="en-US" dirty="0"/>
              <a:t>Benefit headline</a:t>
            </a:r>
            <a:endParaRPr lang="en-GB" dirty="0"/>
          </a:p>
        </p:txBody>
      </p:sp>
      <p:sp>
        <p:nvSpPr>
          <p:cNvPr id="2" name="Slide Number Placeholder 2">
            <a:extLst>
              <a:ext uri="{FF2B5EF4-FFF2-40B4-BE49-F238E27FC236}">
                <a16:creationId xmlns:a16="http://schemas.microsoft.com/office/drawing/2014/main" id="{F89B7799-E513-E06B-99A2-A94CC352A93A}"/>
              </a:ext>
            </a:extLst>
          </p:cNvPr>
          <p:cNvSpPr txBox="1">
            <a:spLocks/>
          </p:cNvSpPr>
          <p:nvPr userDrawn="1"/>
        </p:nvSpPr>
        <p:spPr>
          <a:xfrm>
            <a:off x="9144000" y="6402360"/>
            <a:ext cx="2743200" cy="153888"/>
          </a:xfrm>
          <a:prstGeom prst="rect">
            <a:avLst/>
          </a:prstGeom>
        </p:spPr>
        <p:txBody>
          <a:bodyPr vert="horz" lIns="0" tIns="0" rIns="0" bIns="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spc="-50" baseline="0" dirty="0">
                <a:solidFill>
                  <a:schemeClr val="tx1"/>
                </a:solidFill>
              </a:rPr>
              <a:t>Page </a:t>
            </a:r>
            <a:fld id="{D253F943-DE42-462D-A682-37B11F57643F}" type="slidenum">
              <a:rPr lang="en-GB" sz="1000" spc="-50" baseline="0" smtClean="0">
                <a:solidFill>
                  <a:schemeClr val="tx1"/>
                </a:solidFill>
              </a:rPr>
              <a:pPr/>
              <a:t>‹#›</a:t>
            </a:fld>
            <a:endParaRPr lang="en-GB" sz="1000" spc="-50" baseline="0" dirty="0">
              <a:solidFill>
                <a:schemeClr val="tx1"/>
              </a:solidFill>
            </a:endParaRPr>
          </a:p>
        </p:txBody>
      </p:sp>
      <p:pic>
        <p:nvPicPr>
          <p:cNvPr id="6" name="Picture 5" descr="A black background with a black square&#10;&#10;Description automatically generated with medium confidence">
            <a:extLst>
              <a:ext uri="{FF2B5EF4-FFF2-40B4-BE49-F238E27FC236}">
                <a16:creationId xmlns:a16="http://schemas.microsoft.com/office/drawing/2014/main" id="{7EF1BEAE-8E29-6665-DB98-915171C830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752" y="6245942"/>
            <a:ext cx="1143000" cy="310306"/>
          </a:xfrm>
          <a:prstGeom prst="rect">
            <a:avLst/>
          </a:prstGeom>
        </p:spPr>
      </p:pic>
    </p:spTree>
    <p:extLst>
      <p:ext uri="{BB962C8B-B14F-4D97-AF65-F5344CB8AC3E}">
        <p14:creationId xmlns:p14="http://schemas.microsoft.com/office/powerpoint/2010/main" val="2890815742"/>
      </p:ext>
    </p:extLst>
  </p:cSld>
  <p:clrMapOvr>
    <a:masterClrMapping/>
  </p:clrMapOvr>
  <p:extLst>
    <p:ext uri="{DCECCB84-F9BA-43D5-87BE-67443E8EF086}">
      <p15:sldGuideLst xmlns:p15="http://schemas.microsoft.com/office/powerpoint/2012/main">
        <p15:guide id="1" pos="39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D">
    <p:bg>
      <p:bgPr>
        <a:solidFill>
          <a:schemeClr val="tx2"/>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B045BCBB-A879-8EA4-4997-4B1D08E506C8}"/>
              </a:ext>
            </a:extLst>
          </p:cNvPr>
          <p:cNvSpPr>
            <a:spLocks noGrp="1"/>
          </p:cNvSpPr>
          <p:nvPr>
            <p:ph type="body" sz="quarter" idx="10" hasCustomPrompt="1"/>
          </p:nvPr>
        </p:nvSpPr>
        <p:spPr>
          <a:xfrm>
            <a:off x="301752" y="301752"/>
            <a:ext cx="11585448" cy="461665"/>
          </a:xfrm>
          <a:prstGeom prst="rect">
            <a:avLst/>
          </a:prstGeom>
        </p:spPr>
        <p:txBody>
          <a:bodyPr lIns="0" tIns="0" rIns="0" bIns="0">
            <a:spAutoFit/>
          </a:bodyPr>
          <a:lstStyle>
            <a:lvl1pPr marL="0" indent="0">
              <a:lnSpc>
                <a:spcPts val="1800"/>
              </a:lnSpc>
              <a:spcBef>
                <a:spcPts val="0"/>
              </a:spcBef>
              <a:buNone/>
              <a:defRPr sz="1600" spc="-50" baseline="0">
                <a:solidFill>
                  <a:schemeClr val="bg1"/>
                </a:solidFill>
                <a:latin typeface="Silka Bold" panose="00000800000000000000" pitchFamily="50" charset="0"/>
              </a:defRPr>
            </a:lvl1pPr>
            <a:lvl2pPr>
              <a:defRPr sz="2000">
                <a:latin typeface="Silka Bold" panose="00000800000000000000" pitchFamily="50" charset="0"/>
              </a:defRPr>
            </a:lvl2pPr>
            <a:lvl3pPr>
              <a:defRPr sz="1800">
                <a:latin typeface="Silka Bold" panose="00000800000000000000" pitchFamily="50" charset="0"/>
              </a:defRPr>
            </a:lvl3pPr>
            <a:lvl4pPr>
              <a:defRPr sz="1600">
                <a:latin typeface="Silka Bold" panose="00000800000000000000" pitchFamily="50" charset="0"/>
              </a:defRPr>
            </a:lvl4pPr>
            <a:lvl5pPr>
              <a:defRPr sz="1600">
                <a:latin typeface="Silka Bold" panose="00000800000000000000" pitchFamily="50" charset="0"/>
              </a:defRPr>
            </a:lvl5pPr>
          </a:lstStyle>
          <a:p>
            <a:pPr lvl="0"/>
            <a:r>
              <a:rPr lang="en-US" dirty="0"/>
              <a:t>Action headline</a:t>
            </a:r>
            <a:br>
              <a:rPr lang="en-US" dirty="0"/>
            </a:br>
            <a:r>
              <a:rPr lang="en-US" dirty="0"/>
              <a:t>Benefit headline</a:t>
            </a:r>
            <a:endParaRPr lang="en-GB" dirty="0"/>
          </a:p>
        </p:txBody>
      </p:sp>
      <p:sp>
        <p:nvSpPr>
          <p:cNvPr id="2" name="Slide Number Placeholder 2">
            <a:extLst>
              <a:ext uri="{FF2B5EF4-FFF2-40B4-BE49-F238E27FC236}">
                <a16:creationId xmlns:a16="http://schemas.microsoft.com/office/drawing/2014/main" id="{613FA564-5552-6B59-168B-9EA51DEC205A}"/>
              </a:ext>
            </a:extLst>
          </p:cNvPr>
          <p:cNvSpPr txBox="1">
            <a:spLocks/>
          </p:cNvSpPr>
          <p:nvPr userDrawn="1"/>
        </p:nvSpPr>
        <p:spPr>
          <a:xfrm>
            <a:off x="9144000" y="6402360"/>
            <a:ext cx="2743200" cy="153888"/>
          </a:xfrm>
          <a:prstGeom prst="rect">
            <a:avLst/>
          </a:prstGeom>
        </p:spPr>
        <p:txBody>
          <a:bodyPr vert="horz" lIns="0" tIns="0" rIns="0" bIns="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spc="-50" baseline="0" dirty="0">
                <a:solidFill>
                  <a:schemeClr val="bg1"/>
                </a:solidFill>
              </a:rPr>
              <a:t>Page </a:t>
            </a:r>
            <a:fld id="{D253F943-DE42-462D-A682-37B11F57643F}" type="slidenum">
              <a:rPr lang="en-GB" sz="1000" spc="-50" baseline="0" smtClean="0">
                <a:solidFill>
                  <a:schemeClr val="bg1"/>
                </a:solidFill>
              </a:rPr>
              <a:pPr/>
              <a:t>‹#›</a:t>
            </a:fld>
            <a:endParaRPr lang="en-GB" sz="1000" spc="-50" baseline="0" dirty="0">
              <a:solidFill>
                <a:schemeClr val="bg1"/>
              </a:solidFill>
            </a:endParaRPr>
          </a:p>
        </p:txBody>
      </p:sp>
      <p:pic>
        <p:nvPicPr>
          <p:cNvPr id="3" name="Picture 2" descr="A black and white logo&#10;&#10;Description automatically generated">
            <a:extLst>
              <a:ext uri="{FF2B5EF4-FFF2-40B4-BE49-F238E27FC236}">
                <a16:creationId xmlns:a16="http://schemas.microsoft.com/office/drawing/2014/main" id="{0FA14887-605C-BFCF-62A6-07AF46B50F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752" y="6245941"/>
            <a:ext cx="1143000" cy="310307"/>
          </a:xfrm>
          <a:prstGeom prst="rect">
            <a:avLst/>
          </a:prstGeom>
        </p:spPr>
      </p:pic>
    </p:spTree>
    <p:extLst>
      <p:ext uri="{BB962C8B-B14F-4D97-AF65-F5344CB8AC3E}">
        <p14:creationId xmlns:p14="http://schemas.microsoft.com/office/powerpoint/2010/main" val="3605215462"/>
      </p:ext>
    </p:extLst>
  </p:cSld>
  <p:clrMapOvr>
    <a:masterClrMapping/>
  </p:clrMapOvr>
  <p:extLst>
    <p:ext uri="{DCECCB84-F9BA-43D5-87BE-67443E8EF086}">
      <p15:sldGuideLst xmlns:p15="http://schemas.microsoft.com/office/powerpoint/2012/main">
        <p15:guide id="1" pos="39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E">
    <p:bg>
      <p:bgPr>
        <a:solidFill>
          <a:schemeClr val="bg1"/>
        </a:solidFill>
        <a:effectLst/>
      </p:bgPr>
    </p:bg>
    <p:spTree>
      <p:nvGrpSpPr>
        <p:cNvPr id="1" name=""/>
        <p:cNvGrpSpPr/>
        <p:nvPr/>
      </p:nvGrpSpPr>
      <p:grpSpPr>
        <a:xfrm>
          <a:off x="0" y="0"/>
          <a:ext cx="0" cy="0"/>
          <a:chOff x="0" y="0"/>
          <a:chExt cx="0" cy="0"/>
        </a:xfrm>
      </p:grpSpPr>
      <p:pic>
        <p:nvPicPr>
          <p:cNvPr id="3" name="Picture 2" descr="A black background with a black square&#10;&#10;Description automatically generated with medium confidence">
            <a:extLst>
              <a:ext uri="{FF2B5EF4-FFF2-40B4-BE49-F238E27FC236}">
                <a16:creationId xmlns:a16="http://schemas.microsoft.com/office/drawing/2014/main" id="{2B433126-70BA-8773-EEDF-55CD3AA637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752" y="6245942"/>
            <a:ext cx="1143000" cy="310306"/>
          </a:xfrm>
          <a:prstGeom prst="rect">
            <a:avLst/>
          </a:prstGeom>
        </p:spPr>
      </p:pic>
    </p:spTree>
    <p:extLst>
      <p:ext uri="{BB962C8B-B14F-4D97-AF65-F5344CB8AC3E}">
        <p14:creationId xmlns:p14="http://schemas.microsoft.com/office/powerpoint/2010/main" val="292526611"/>
      </p:ext>
    </p:extLst>
  </p:cSld>
  <p:clrMapOvr>
    <a:masterClrMapping/>
  </p:clrMapOvr>
  <p:extLst>
    <p:ext uri="{DCECCB84-F9BA-43D5-87BE-67443E8EF086}">
      <p15:sldGuideLst xmlns:p15="http://schemas.microsoft.com/office/powerpoint/2012/main">
        <p15:guide id="1" pos="39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F">
    <p:bg>
      <p:bgPr>
        <a:solidFill>
          <a:schemeClr val="tx2"/>
        </a:solidFill>
        <a:effectLst/>
      </p:bgPr>
    </p:bg>
    <p:spTree>
      <p:nvGrpSpPr>
        <p:cNvPr id="1" name=""/>
        <p:cNvGrpSpPr/>
        <p:nvPr/>
      </p:nvGrpSpPr>
      <p:grpSpPr>
        <a:xfrm>
          <a:off x="0" y="0"/>
          <a:ext cx="0" cy="0"/>
          <a:chOff x="0" y="0"/>
          <a:chExt cx="0" cy="0"/>
        </a:xfrm>
      </p:grpSpPr>
      <p:pic>
        <p:nvPicPr>
          <p:cNvPr id="3" name="Picture 2" descr="A black and white logo&#10;&#10;Description automatically generated">
            <a:extLst>
              <a:ext uri="{FF2B5EF4-FFF2-40B4-BE49-F238E27FC236}">
                <a16:creationId xmlns:a16="http://schemas.microsoft.com/office/drawing/2014/main" id="{EE862C4E-8D13-EE0D-8891-00CF923C61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752" y="6245941"/>
            <a:ext cx="1143000" cy="310307"/>
          </a:xfrm>
          <a:prstGeom prst="rect">
            <a:avLst/>
          </a:prstGeom>
        </p:spPr>
      </p:pic>
    </p:spTree>
    <p:extLst>
      <p:ext uri="{BB962C8B-B14F-4D97-AF65-F5344CB8AC3E}">
        <p14:creationId xmlns:p14="http://schemas.microsoft.com/office/powerpoint/2010/main" val="2250448440"/>
      </p:ext>
    </p:extLst>
  </p:cSld>
  <p:clrMapOvr>
    <a:masterClrMapping/>
  </p:clrMapOvr>
  <p:extLst>
    <p:ext uri="{DCECCB84-F9BA-43D5-87BE-67443E8EF086}">
      <p15:sldGuideLst xmlns:p15="http://schemas.microsoft.com/office/powerpoint/2012/main">
        <p15:guide id="1" pos="393"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ack Cover w/ Contact">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10933A7-DA93-27AE-1069-176DAC1CCAE8}"/>
              </a:ext>
            </a:extLst>
          </p:cNvPr>
          <p:cNvSpPr txBox="1"/>
          <p:nvPr userDrawn="1"/>
        </p:nvSpPr>
        <p:spPr>
          <a:xfrm>
            <a:off x="8558784" y="5980176"/>
            <a:ext cx="3028335" cy="276999"/>
          </a:xfrm>
          <a:prstGeom prst="rect">
            <a:avLst/>
          </a:prstGeom>
          <a:noFill/>
        </p:spPr>
        <p:txBody>
          <a:bodyPr wrap="square" lIns="0" tIns="0" rIns="0" bIns="0" rtlCol="0">
            <a:spAutoFit/>
          </a:bodyPr>
          <a:lstStyle/>
          <a:p>
            <a:pPr algn="r"/>
            <a:r>
              <a:rPr lang="en-US" sz="1800" spc="-80" dirty="0">
                <a:solidFill>
                  <a:schemeClr val="tx2"/>
                </a:solidFill>
                <a:latin typeface="Silka SemiBold" panose="00000700000000000000" pitchFamily="50" charset="0"/>
              </a:rPr>
              <a:t>Simpler trade. Smarter tech.</a:t>
            </a:r>
            <a:endParaRPr lang="en-GB" sz="1800" spc="-80" dirty="0">
              <a:solidFill>
                <a:schemeClr val="tx2"/>
              </a:solidFill>
              <a:latin typeface="Silka SemiBold" panose="00000700000000000000" pitchFamily="50" charset="0"/>
            </a:endParaRPr>
          </a:p>
        </p:txBody>
      </p:sp>
      <p:pic>
        <p:nvPicPr>
          <p:cNvPr id="5" name="Picture 4" descr="A black background with a black square&#10;&#10;Description automatically generated with medium confidence">
            <a:extLst>
              <a:ext uri="{FF2B5EF4-FFF2-40B4-BE49-F238E27FC236}">
                <a16:creationId xmlns:a16="http://schemas.microsoft.com/office/drawing/2014/main" id="{73FCDF8A-F1CD-04B8-D0C9-0325EF5EB3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3504" y="603504"/>
            <a:ext cx="2825496" cy="767078"/>
          </a:xfrm>
          <a:prstGeom prst="rect">
            <a:avLst/>
          </a:prstGeom>
        </p:spPr>
      </p:pic>
      <p:pic>
        <p:nvPicPr>
          <p:cNvPr id="7" name="Graphic 6">
            <a:extLst>
              <a:ext uri="{FF2B5EF4-FFF2-40B4-BE49-F238E27FC236}">
                <a16:creationId xmlns:a16="http://schemas.microsoft.com/office/drawing/2014/main" id="{6F67B599-8D36-359F-D0EA-49E9953D21D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40480" y="603504"/>
            <a:ext cx="7752344" cy="4965192"/>
          </a:xfrm>
          <a:prstGeom prst="rect">
            <a:avLst/>
          </a:prstGeom>
        </p:spPr>
      </p:pic>
    </p:spTree>
    <p:extLst>
      <p:ext uri="{BB962C8B-B14F-4D97-AF65-F5344CB8AC3E}">
        <p14:creationId xmlns:p14="http://schemas.microsoft.com/office/powerpoint/2010/main" val="2066574016"/>
      </p:ext>
    </p:extLst>
  </p:cSld>
  <p:clrMapOvr>
    <a:masterClrMapping/>
  </p:clrMapOvr>
  <p:extLst>
    <p:ext uri="{DCECCB84-F9BA-43D5-87BE-67443E8EF086}">
      <p15:sldGuideLst xmlns:p15="http://schemas.microsoft.com/office/powerpoint/2012/main">
        <p15:guide id="1" pos="39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ack Cover">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B0D86C5-5174-0813-8BD2-01385AAC5CBF}"/>
              </a:ext>
            </a:extLst>
          </p:cNvPr>
          <p:cNvSpPr txBox="1"/>
          <p:nvPr userDrawn="1"/>
        </p:nvSpPr>
        <p:spPr>
          <a:xfrm>
            <a:off x="603504" y="6099048"/>
            <a:ext cx="9165599" cy="153888"/>
          </a:xfrm>
          <a:prstGeom prst="rect">
            <a:avLst/>
          </a:prstGeom>
          <a:noFill/>
        </p:spPr>
        <p:txBody>
          <a:bodyPr wrap="square" lIns="0" tIns="0" rIns="0" bIns="0" rtlCol="0">
            <a:spAutoFit/>
          </a:bodyPr>
          <a:lstStyle/>
          <a:p>
            <a:r>
              <a:rPr lang="en-US" sz="1000" kern="100" spc="-10" dirty="0">
                <a:latin typeface="Silka SemiBold" panose="00000700000000000000" pitchFamily="50" charset="0"/>
              </a:rPr>
              <a:t>CrimsonLogic Pte Ltd</a:t>
            </a:r>
            <a:r>
              <a:rPr lang="en-US" sz="1000" kern="100" spc="-10" dirty="0">
                <a:latin typeface="Silka" panose="00000500000000000000" pitchFamily="50" charset="0"/>
              </a:rPr>
              <a:t>  31 Science Park Road, The Crimson, Singapore 117611    T +65 6887 7888    crimsonlogic.com</a:t>
            </a:r>
            <a:endParaRPr lang="en-GB" sz="1000" kern="100" spc="-10" dirty="0">
              <a:latin typeface="Silka" panose="00000500000000000000" pitchFamily="50" charset="0"/>
            </a:endParaRPr>
          </a:p>
        </p:txBody>
      </p:sp>
      <p:sp>
        <p:nvSpPr>
          <p:cNvPr id="9" name="TextBox 8">
            <a:extLst>
              <a:ext uri="{FF2B5EF4-FFF2-40B4-BE49-F238E27FC236}">
                <a16:creationId xmlns:a16="http://schemas.microsoft.com/office/drawing/2014/main" id="{810933A7-DA93-27AE-1069-176DAC1CCAE8}"/>
              </a:ext>
            </a:extLst>
          </p:cNvPr>
          <p:cNvSpPr txBox="1"/>
          <p:nvPr userDrawn="1"/>
        </p:nvSpPr>
        <p:spPr>
          <a:xfrm>
            <a:off x="603504" y="5695542"/>
            <a:ext cx="6492948" cy="307777"/>
          </a:xfrm>
          <a:prstGeom prst="rect">
            <a:avLst/>
          </a:prstGeom>
          <a:noFill/>
        </p:spPr>
        <p:txBody>
          <a:bodyPr wrap="square" lIns="0" tIns="0" rIns="0" bIns="0" rtlCol="0">
            <a:spAutoFit/>
          </a:bodyPr>
          <a:lstStyle/>
          <a:p>
            <a:r>
              <a:rPr lang="en-US" sz="2000" spc="-80" dirty="0">
                <a:solidFill>
                  <a:schemeClr val="tx2"/>
                </a:solidFill>
                <a:latin typeface="Silka SemiBold" panose="00000700000000000000" pitchFamily="50" charset="0"/>
              </a:rPr>
              <a:t>Simpler trade. Smarter tech.</a:t>
            </a:r>
            <a:endParaRPr lang="en-GB" sz="2000" spc="-80" dirty="0">
              <a:solidFill>
                <a:schemeClr val="tx2"/>
              </a:solidFill>
              <a:latin typeface="Silka SemiBold" panose="00000700000000000000" pitchFamily="50" charset="0"/>
            </a:endParaRPr>
          </a:p>
        </p:txBody>
      </p:sp>
      <p:pic>
        <p:nvPicPr>
          <p:cNvPr id="5" name="Picture 4" descr="A black background with a black square&#10;&#10;Description automatically generated with medium confidence">
            <a:extLst>
              <a:ext uri="{FF2B5EF4-FFF2-40B4-BE49-F238E27FC236}">
                <a16:creationId xmlns:a16="http://schemas.microsoft.com/office/drawing/2014/main" id="{40D50341-7AB7-4533-A926-9D2C6A5904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3504" y="603504"/>
            <a:ext cx="2825496" cy="767078"/>
          </a:xfrm>
          <a:prstGeom prst="rect">
            <a:avLst/>
          </a:prstGeom>
        </p:spPr>
      </p:pic>
      <p:pic>
        <p:nvPicPr>
          <p:cNvPr id="7" name="Graphic 6">
            <a:extLst>
              <a:ext uri="{FF2B5EF4-FFF2-40B4-BE49-F238E27FC236}">
                <a16:creationId xmlns:a16="http://schemas.microsoft.com/office/drawing/2014/main" id="{640BCC76-BC8E-63CF-8EE2-5DF930EB1AF2}"/>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40480" y="603504"/>
            <a:ext cx="7752344" cy="4965192"/>
          </a:xfrm>
          <a:prstGeom prst="rect">
            <a:avLst/>
          </a:prstGeom>
        </p:spPr>
      </p:pic>
    </p:spTree>
    <p:extLst>
      <p:ext uri="{BB962C8B-B14F-4D97-AF65-F5344CB8AC3E}">
        <p14:creationId xmlns:p14="http://schemas.microsoft.com/office/powerpoint/2010/main" val="2453592618"/>
      </p:ext>
    </p:extLst>
  </p:cSld>
  <p:clrMapOvr>
    <a:masterClrMapping/>
  </p:clrMapOvr>
  <p:extLst>
    <p:ext uri="{DCECCB84-F9BA-43D5-87BE-67443E8EF086}">
      <p15:sldGuideLst xmlns:p15="http://schemas.microsoft.com/office/powerpoint/2012/main">
        <p15:guide id="1" pos="393"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075957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Red)">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747301"/>
      </p:ext>
    </p:extLst>
  </p:cSld>
  <p:clrMapOvr>
    <a:masterClrMapping/>
  </p:clrMapOvr>
  <p:extLst>
    <p:ext uri="{DCECCB84-F9BA-43D5-87BE-67443E8EF086}">
      <p15:sldGuideLst xmlns:p15="http://schemas.microsoft.com/office/powerpoint/2012/main">
        <p15:guide id="1" pos="393"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543185"/>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6" r:id="rId6"/>
    <p:sldLayoutId id="2147483663" r:id="rId7"/>
    <p:sldLayoutId id="2147483667" r:id="rId8"/>
    <p:sldLayoutId id="2147483664" r:id="rId9"/>
    <p:sldLayoutId id="2147483665" r:id="rId10"/>
    <p:sldLayoutId id="2147483662" r:id="rId11"/>
    <p:sldLayoutId id="2147483661" r:id="rId12"/>
    <p:sldLayoutId id="2147483655" r:id="rId13"/>
    <p:sldLayoutId id="214748366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4.jpg"/><Relationship Id="rId3" Type="http://schemas.openxmlformats.org/officeDocument/2006/relationships/image" Target="../media/image15.png"/><Relationship Id="rId4" Type="http://schemas.openxmlformats.org/officeDocument/2006/relationships/image" Target="../media/image16.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3.xml"/><Relationship Id="rId4"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chart" Target="../charts/chart5.xml"/><Relationship Id="rId4"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chart" Target="../charts/char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chart" Target="../charts/char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19.svg"/><Relationship Id="rId5" Type="http://schemas.openxmlformats.org/officeDocument/2006/relationships/image" Target="../media/image20.png"/><Relationship Id="rId6" Type="http://schemas.openxmlformats.org/officeDocument/2006/relationships/image" Target="../media/image21.svg"/><Relationship Id="rId7" Type="http://schemas.openxmlformats.org/officeDocument/2006/relationships/image" Target="../media/image22.png"/><Relationship Id="rId8" Type="http://schemas.openxmlformats.org/officeDocument/2006/relationships/image" Target="../media/image23.jpg"/><Relationship Id="rId9" Type="http://schemas.openxmlformats.org/officeDocument/2006/relationships/image" Target="../media/image24.png"/><Relationship Id="rId10" Type="http://schemas.openxmlformats.org/officeDocument/2006/relationships/image" Target="../media/image25.jpg"/><Relationship Id="rId11" Type="http://schemas.openxmlformats.org/officeDocument/2006/relationships/image" Target="../media/image26.png"/><Relationship Id="rId12" Type="http://schemas.openxmlformats.org/officeDocument/2006/relationships/image" Target="../media/image2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9.svg"/><Relationship Id="rId5" Type="http://schemas.openxmlformats.org/officeDocument/2006/relationships/image" Target="../media/image28.png"/><Relationship Id="rId6" Type="http://schemas.openxmlformats.org/officeDocument/2006/relationships/image" Target="../media/image29.jpg"/><Relationship Id="rId7" Type="http://schemas.openxmlformats.org/officeDocument/2006/relationships/image" Target="../media/image20.png"/><Relationship Id="rId8" Type="http://schemas.openxmlformats.org/officeDocument/2006/relationships/image" Target="../media/image21.svg"/><Relationship Id="rId9" Type="http://schemas.openxmlformats.org/officeDocument/2006/relationships/image" Target="../media/image30.png"/><Relationship Id="rId10" Type="http://schemas.openxmlformats.org/officeDocument/2006/relationships/image" Target="../media/image3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 Id="rId6" Type="http://schemas.openxmlformats.org/officeDocument/2006/relationships/image" Target="../media/image35.jpg"/><Relationship Id="rId7" Type="http://schemas.openxmlformats.org/officeDocument/2006/relationships/image" Target="../media/image36.jpg"/><Relationship Id="rId8" Type="http://schemas.openxmlformats.org/officeDocument/2006/relationships/image" Target="../media/image3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37AD8B9-FDC5-E1D9-EF30-001790C4DF42}"/>
              </a:ext>
            </a:extLst>
          </p:cNvPr>
          <p:cNvSpPr>
            <a:spLocks noGrp="1"/>
          </p:cNvSpPr>
          <p:nvPr>
            <p:ph type="body" sz="quarter" idx="10"/>
          </p:nvPr>
        </p:nvSpPr>
        <p:spPr>
          <a:xfrm>
            <a:off x="603504" y="3291840"/>
            <a:ext cx="6035040" cy="1231106"/>
          </a:xfrm>
        </p:spPr>
        <p:txBody>
          <a:bodyPr/>
          <a:lstStyle/>
          <a:p>
            <a:r>
              <a:rPr lang="en-US" dirty="0"/>
              <a:t>Presentation title set in Silka Regular</a:t>
            </a:r>
            <a:endParaRPr lang="en-GB" dirty="0"/>
          </a:p>
        </p:txBody>
      </p:sp>
      <p:sp>
        <p:nvSpPr>
          <p:cNvPr id="2" name="Text Placeholder 1">
            <a:extLst>
              <a:ext uri="{FF2B5EF4-FFF2-40B4-BE49-F238E27FC236}">
                <a16:creationId xmlns:a16="http://schemas.microsoft.com/office/drawing/2014/main" id="{F068789C-B177-B4DE-DD5C-6444D26AB25D}"/>
              </a:ext>
            </a:extLst>
          </p:cNvPr>
          <p:cNvSpPr>
            <a:spLocks noGrp="1"/>
          </p:cNvSpPr>
          <p:nvPr>
            <p:ph type="body" sz="quarter" idx="11"/>
          </p:nvPr>
        </p:nvSpPr>
        <p:spPr>
          <a:xfrm>
            <a:off x="9144000" y="6400800"/>
            <a:ext cx="2743200" cy="138499"/>
          </a:xfrm>
        </p:spPr>
        <p:txBody>
          <a:bodyPr/>
          <a:lstStyle/>
          <a:p>
            <a:r>
              <a:rPr lang="en-US" dirty="0"/>
              <a:t>01 January 2024</a:t>
            </a:r>
            <a:endParaRPr lang="en-GB" dirty="0"/>
          </a:p>
        </p:txBody>
      </p:sp>
    </p:spTree>
    <p:extLst>
      <p:ext uri="{BB962C8B-B14F-4D97-AF65-F5344CB8AC3E}">
        <p14:creationId xmlns:p14="http://schemas.microsoft.com/office/powerpoint/2010/main" val="998657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A455CB9-55B9-67B0-3F8B-F554A2BBDD0D}"/>
              </a:ext>
            </a:extLst>
          </p:cNvPr>
          <p:cNvSpPr>
            <a:spLocks noGrp="1"/>
          </p:cNvSpPr>
          <p:nvPr>
            <p:ph type="body" sz="quarter" idx="10"/>
          </p:nvPr>
        </p:nvSpPr>
        <p:spPr>
          <a:xfrm>
            <a:off x="603504" y="3291840"/>
            <a:ext cx="6035040" cy="1231106"/>
          </a:xfrm>
        </p:spPr>
        <p:txBody>
          <a:bodyPr/>
          <a:lstStyle/>
          <a:p>
            <a:r>
              <a:rPr lang="en-US" dirty="0"/>
              <a:t>Presentation title set in Silka Regular</a:t>
            </a:r>
            <a:endParaRPr lang="en-GB" dirty="0"/>
          </a:p>
        </p:txBody>
      </p:sp>
      <p:sp>
        <p:nvSpPr>
          <p:cNvPr id="4" name="Text Placeholder 1">
            <a:extLst>
              <a:ext uri="{FF2B5EF4-FFF2-40B4-BE49-F238E27FC236}">
                <a16:creationId xmlns:a16="http://schemas.microsoft.com/office/drawing/2014/main" id="{2D2ACEE6-8D6A-0FDE-D4C6-E47D06E09B40}"/>
              </a:ext>
            </a:extLst>
          </p:cNvPr>
          <p:cNvSpPr>
            <a:spLocks noGrp="1"/>
          </p:cNvSpPr>
          <p:nvPr>
            <p:ph type="body" sz="quarter" idx="11"/>
          </p:nvPr>
        </p:nvSpPr>
        <p:spPr>
          <a:xfrm>
            <a:off x="9144000" y="6400800"/>
            <a:ext cx="2743200" cy="138499"/>
          </a:xfrm>
        </p:spPr>
        <p:txBody>
          <a:bodyPr/>
          <a:lstStyle/>
          <a:p>
            <a:r>
              <a:rPr lang="en-US" dirty="0"/>
              <a:t>01 January 2024</a:t>
            </a:r>
            <a:endParaRPr lang="en-GB" dirty="0"/>
          </a:p>
        </p:txBody>
      </p:sp>
    </p:spTree>
    <p:extLst>
      <p:ext uri="{BB962C8B-B14F-4D97-AF65-F5344CB8AC3E}">
        <p14:creationId xmlns:p14="http://schemas.microsoft.com/office/powerpoint/2010/main" val="662155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37AD8B9-FDC5-E1D9-EF30-001790C4DF42}"/>
              </a:ext>
            </a:extLst>
          </p:cNvPr>
          <p:cNvSpPr>
            <a:spLocks noGrp="1"/>
          </p:cNvSpPr>
          <p:nvPr>
            <p:ph type="body" sz="quarter" idx="10"/>
          </p:nvPr>
        </p:nvSpPr>
        <p:spPr>
          <a:xfrm>
            <a:off x="603504" y="3291840"/>
            <a:ext cx="6035040" cy="1231106"/>
          </a:xfrm>
        </p:spPr>
        <p:txBody>
          <a:bodyPr/>
          <a:lstStyle/>
          <a:p>
            <a:r>
              <a:rPr lang="en-US" dirty="0"/>
              <a:t>Presentation title set in Silka Regular</a:t>
            </a:r>
            <a:endParaRPr lang="en-GB" dirty="0"/>
          </a:p>
        </p:txBody>
      </p:sp>
      <p:sp>
        <p:nvSpPr>
          <p:cNvPr id="2" name="Text Placeholder 1">
            <a:extLst>
              <a:ext uri="{FF2B5EF4-FFF2-40B4-BE49-F238E27FC236}">
                <a16:creationId xmlns:a16="http://schemas.microsoft.com/office/drawing/2014/main" id="{F068789C-B177-B4DE-DD5C-6444D26AB25D}"/>
              </a:ext>
            </a:extLst>
          </p:cNvPr>
          <p:cNvSpPr>
            <a:spLocks noGrp="1"/>
          </p:cNvSpPr>
          <p:nvPr>
            <p:ph type="body" sz="quarter" idx="11"/>
          </p:nvPr>
        </p:nvSpPr>
        <p:spPr>
          <a:xfrm>
            <a:off x="9144000" y="6400800"/>
            <a:ext cx="2743200" cy="138499"/>
          </a:xfrm>
        </p:spPr>
        <p:txBody>
          <a:bodyPr/>
          <a:lstStyle/>
          <a:p>
            <a:r>
              <a:rPr lang="en-US" dirty="0"/>
              <a:t>01 January 2024</a:t>
            </a:r>
            <a:endParaRPr lang="en-GB" dirty="0"/>
          </a:p>
        </p:txBody>
      </p:sp>
      <p:sp>
        <p:nvSpPr>
          <p:cNvPr id="4" name="Rectangle 5">
            <a:extLst>
              <a:ext uri="{FF2B5EF4-FFF2-40B4-BE49-F238E27FC236}">
                <a16:creationId xmlns:a16="http://schemas.microsoft.com/office/drawing/2014/main" id="{D47F892A-635F-7CA9-7EDA-4433998D1819}"/>
              </a:ext>
            </a:extLst>
          </p:cNvPr>
          <p:cNvSpPr>
            <a:spLocks noChangeArrowheads="1"/>
          </p:cNvSpPr>
          <p:nvPr/>
        </p:nvSpPr>
        <p:spPr bwMode="auto">
          <a:xfrm>
            <a:off x="603503" y="5394960"/>
            <a:ext cx="603504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lnSpc>
                <a:spcPct val="100000"/>
              </a:lnSpc>
            </a:pPr>
            <a:r>
              <a:rPr lang="en-US" altLang="zh-CN" sz="900" dirty="0">
                <a:solidFill>
                  <a:schemeClr val="tx1">
                    <a:lumMod val="50000"/>
                    <a:lumOff val="50000"/>
                  </a:schemeClr>
                </a:solidFill>
                <a:latin typeface="+mj-lt"/>
                <a:ea typeface="Inter" panose="02000503000000020004" pitchFamily="2" charset="0"/>
              </a:rPr>
              <a:t>All rights reserved. ‘CrimsonLogic’ and the Shell Device are trademarks of CrimsonLogic Pte Ltd. All information contained in this presentation is disclosed to you on the basis of a prospective business relationship and is proprietary to CrimsonLogic Pte Ltd and may not be used, disclosed or reproduced without the prior written consent of CrimsonLogic.</a:t>
            </a:r>
            <a:endParaRPr lang="en-GB" sz="900" dirty="0">
              <a:solidFill>
                <a:schemeClr val="tx1">
                  <a:lumMod val="50000"/>
                  <a:lumOff val="50000"/>
                </a:schemeClr>
              </a:solidFill>
              <a:latin typeface="+mj-lt"/>
              <a:ea typeface="Inter" panose="02000503000000020004" pitchFamily="2" charset="0"/>
            </a:endParaRPr>
          </a:p>
        </p:txBody>
      </p:sp>
      <p:sp>
        <p:nvSpPr>
          <p:cNvPr id="3" name="Text Placeholder 8">
            <a:extLst>
              <a:ext uri="{FF2B5EF4-FFF2-40B4-BE49-F238E27FC236}">
                <a16:creationId xmlns:a16="http://schemas.microsoft.com/office/drawing/2014/main" id="{EF5AA0A1-BF87-85AA-BA9D-9E977172DB84}"/>
              </a:ext>
            </a:extLst>
          </p:cNvPr>
          <p:cNvSpPr txBox="1">
            <a:spLocks/>
          </p:cNvSpPr>
          <p:nvPr/>
        </p:nvSpPr>
        <p:spPr>
          <a:xfrm>
            <a:off x="9144000" y="6114437"/>
            <a:ext cx="2743200" cy="138499"/>
          </a:xfrm>
          <a:prstGeom prst="rect">
            <a:avLst/>
          </a:prstGeom>
        </p:spPr>
        <p:txBody>
          <a:bodyPr lIns="0" tIns="0" rIns="0" bIns="0" anchor="ctr" anchorCtr="0">
            <a:spAutoFit/>
          </a:bodyPr>
          <a:lstStyle>
            <a:lvl1pPr marL="0" indent="0" algn="r" defTabSz="914400" rtl="0" eaLnBrk="1" latinLnBrk="0" hangingPunct="1">
              <a:lnSpc>
                <a:spcPct val="90000"/>
              </a:lnSpc>
              <a:spcBef>
                <a:spcPts val="1000"/>
              </a:spcBef>
              <a:buFont typeface="Arial" panose="020B0604020202020204" pitchFamily="34" charset="0"/>
              <a:buNone/>
              <a:defRPr sz="1000" b="1" kern="1200" spc="-5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2"/>
                </a:solidFill>
              </a:rPr>
              <a:t>Private &amp; Confidential</a:t>
            </a:r>
            <a:endParaRPr lang="en-GB" dirty="0">
              <a:solidFill>
                <a:schemeClr val="tx2"/>
              </a:solidFill>
            </a:endParaRPr>
          </a:p>
        </p:txBody>
      </p:sp>
    </p:spTree>
    <p:extLst>
      <p:ext uri="{BB962C8B-B14F-4D97-AF65-F5344CB8AC3E}">
        <p14:creationId xmlns:p14="http://schemas.microsoft.com/office/powerpoint/2010/main" val="1347075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A455CB9-55B9-67B0-3F8B-F554A2BBDD0D}"/>
              </a:ext>
            </a:extLst>
          </p:cNvPr>
          <p:cNvSpPr>
            <a:spLocks noGrp="1"/>
          </p:cNvSpPr>
          <p:nvPr>
            <p:ph type="body" sz="quarter" idx="10"/>
          </p:nvPr>
        </p:nvSpPr>
        <p:spPr>
          <a:xfrm>
            <a:off x="603504" y="3291840"/>
            <a:ext cx="6035040" cy="1231106"/>
          </a:xfrm>
        </p:spPr>
        <p:txBody>
          <a:bodyPr/>
          <a:lstStyle/>
          <a:p>
            <a:r>
              <a:rPr lang="en-US" dirty="0"/>
              <a:t>Presentation title set in Silka Regular</a:t>
            </a:r>
            <a:endParaRPr lang="en-GB" dirty="0"/>
          </a:p>
        </p:txBody>
      </p:sp>
      <p:sp>
        <p:nvSpPr>
          <p:cNvPr id="4" name="Text Placeholder 1">
            <a:extLst>
              <a:ext uri="{FF2B5EF4-FFF2-40B4-BE49-F238E27FC236}">
                <a16:creationId xmlns:a16="http://schemas.microsoft.com/office/drawing/2014/main" id="{2D2ACEE6-8D6A-0FDE-D4C6-E47D06E09B40}"/>
              </a:ext>
            </a:extLst>
          </p:cNvPr>
          <p:cNvSpPr>
            <a:spLocks noGrp="1"/>
          </p:cNvSpPr>
          <p:nvPr>
            <p:ph type="body" sz="quarter" idx="11"/>
          </p:nvPr>
        </p:nvSpPr>
        <p:spPr>
          <a:xfrm>
            <a:off x="9144000" y="6400800"/>
            <a:ext cx="2743200" cy="138499"/>
          </a:xfrm>
        </p:spPr>
        <p:txBody>
          <a:bodyPr/>
          <a:lstStyle/>
          <a:p>
            <a:r>
              <a:rPr lang="en-US" dirty="0"/>
              <a:t>01 January 2024</a:t>
            </a:r>
            <a:endParaRPr lang="en-GB" dirty="0"/>
          </a:p>
        </p:txBody>
      </p:sp>
      <p:sp>
        <p:nvSpPr>
          <p:cNvPr id="2" name="Rectangle 5">
            <a:extLst>
              <a:ext uri="{FF2B5EF4-FFF2-40B4-BE49-F238E27FC236}">
                <a16:creationId xmlns:a16="http://schemas.microsoft.com/office/drawing/2014/main" id="{5BD775E2-3068-D45F-4380-23B644E0100D}"/>
              </a:ext>
            </a:extLst>
          </p:cNvPr>
          <p:cNvSpPr>
            <a:spLocks noChangeArrowheads="1"/>
          </p:cNvSpPr>
          <p:nvPr/>
        </p:nvSpPr>
        <p:spPr bwMode="auto">
          <a:xfrm>
            <a:off x="603503" y="5394960"/>
            <a:ext cx="603504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lnSpc>
                <a:spcPct val="100000"/>
              </a:lnSpc>
            </a:pPr>
            <a:r>
              <a:rPr lang="en-US" altLang="zh-CN" sz="900" dirty="0">
                <a:solidFill>
                  <a:schemeClr val="bg1"/>
                </a:solidFill>
                <a:latin typeface="+mj-lt"/>
                <a:ea typeface="Inter" panose="02000503000000020004" pitchFamily="2" charset="0"/>
              </a:rPr>
              <a:t>All rights reserved. ‘CrimsonLogic’ and the Shell Device are trademarks of CrimsonLogic Pte Ltd. All information contained in this presentation is disclosed to you on the basis of a prospective business relationship and is proprietary to CrimsonLogic Pte Ltd and may not be used, disclosed or reproduced without the prior written consent of CrimsonLogic.</a:t>
            </a:r>
            <a:endParaRPr lang="en-GB" sz="900" dirty="0">
              <a:solidFill>
                <a:schemeClr val="bg1"/>
              </a:solidFill>
              <a:latin typeface="+mj-lt"/>
              <a:ea typeface="Inter" panose="02000503000000020004" pitchFamily="2" charset="0"/>
            </a:endParaRPr>
          </a:p>
        </p:txBody>
      </p:sp>
      <p:sp>
        <p:nvSpPr>
          <p:cNvPr id="3" name="Text Placeholder 8">
            <a:extLst>
              <a:ext uri="{FF2B5EF4-FFF2-40B4-BE49-F238E27FC236}">
                <a16:creationId xmlns:a16="http://schemas.microsoft.com/office/drawing/2014/main" id="{77C25B86-F62E-12F4-A0D1-BDF3877EFE9B}"/>
              </a:ext>
            </a:extLst>
          </p:cNvPr>
          <p:cNvSpPr txBox="1">
            <a:spLocks/>
          </p:cNvSpPr>
          <p:nvPr/>
        </p:nvSpPr>
        <p:spPr>
          <a:xfrm>
            <a:off x="9144000" y="6114437"/>
            <a:ext cx="2743200" cy="138499"/>
          </a:xfrm>
          <a:prstGeom prst="rect">
            <a:avLst/>
          </a:prstGeom>
        </p:spPr>
        <p:txBody>
          <a:bodyPr lIns="0" tIns="0" rIns="0" bIns="0" anchor="ctr" anchorCtr="0">
            <a:spAutoFit/>
          </a:bodyPr>
          <a:lstStyle>
            <a:lvl1pPr marL="0" indent="0" algn="r" defTabSz="914400" rtl="0" eaLnBrk="1" latinLnBrk="0" hangingPunct="1">
              <a:lnSpc>
                <a:spcPct val="90000"/>
              </a:lnSpc>
              <a:spcBef>
                <a:spcPts val="1000"/>
              </a:spcBef>
              <a:buFont typeface="Arial" panose="020B0604020202020204" pitchFamily="34" charset="0"/>
              <a:buNone/>
              <a:defRPr sz="1000" b="1" kern="1200" spc="-5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Private &amp; Confidential</a:t>
            </a:r>
            <a:endParaRPr lang="en-GB" dirty="0"/>
          </a:p>
        </p:txBody>
      </p:sp>
    </p:spTree>
    <p:extLst>
      <p:ext uri="{BB962C8B-B14F-4D97-AF65-F5344CB8AC3E}">
        <p14:creationId xmlns:p14="http://schemas.microsoft.com/office/powerpoint/2010/main" val="3258525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45F56F-D1A1-5973-72EF-902E46F01636}"/>
              </a:ext>
            </a:extLst>
          </p:cNvPr>
          <p:cNvSpPr>
            <a:spLocks noGrp="1"/>
          </p:cNvSpPr>
          <p:nvPr>
            <p:ph type="body" sz="quarter" idx="10"/>
          </p:nvPr>
        </p:nvSpPr>
        <p:spPr>
          <a:xfrm>
            <a:off x="603504" y="3291840"/>
            <a:ext cx="6035040" cy="615553"/>
          </a:xfrm>
        </p:spPr>
        <p:txBody>
          <a:bodyPr/>
          <a:lstStyle/>
          <a:p>
            <a:r>
              <a:rPr lang="en-US" dirty="0"/>
              <a:t>Section divider title</a:t>
            </a:r>
            <a:endParaRPr lang="en-GB" dirty="0"/>
          </a:p>
        </p:txBody>
      </p:sp>
    </p:spTree>
    <p:extLst>
      <p:ext uri="{BB962C8B-B14F-4D97-AF65-F5344CB8AC3E}">
        <p14:creationId xmlns:p14="http://schemas.microsoft.com/office/powerpoint/2010/main" val="361383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AA0FFD1-4FAD-A6A1-83B3-F5BAC88EAFEA}"/>
              </a:ext>
            </a:extLst>
          </p:cNvPr>
          <p:cNvSpPr>
            <a:spLocks noGrp="1"/>
          </p:cNvSpPr>
          <p:nvPr>
            <p:ph type="body" sz="quarter" idx="10"/>
          </p:nvPr>
        </p:nvSpPr>
        <p:spPr>
          <a:xfrm>
            <a:off x="603504" y="3291840"/>
            <a:ext cx="6035040" cy="615553"/>
          </a:xfrm>
        </p:spPr>
        <p:txBody>
          <a:bodyPr/>
          <a:lstStyle/>
          <a:p>
            <a:r>
              <a:rPr lang="en-US" dirty="0"/>
              <a:t>Section divider title</a:t>
            </a:r>
            <a:endParaRPr lang="en-GB" dirty="0"/>
          </a:p>
        </p:txBody>
      </p:sp>
    </p:spTree>
    <p:extLst>
      <p:ext uri="{BB962C8B-B14F-4D97-AF65-F5344CB8AC3E}">
        <p14:creationId xmlns:p14="http://schemas.microsoft.com/office/powerpoint/2010/main" val="236858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7890024-400C-DD54-E620-10BE8E46C4F4}"/>
              </a:ext>
            </a:extLst>
          </p:cNvPr>
          <p:cNvSpPr>
            <a:spLocks noGrp="1"/>
          </p:cNvSpPr>
          <p:nvPr>
            <p:ph type="body" sz="quarter" idx="10"/>
          </p:nvPr>
        </p:nvSpPr>
        <p:spPr/>
        <p:txBody>
          <a:bodyPr/>
          <a:lstStyle/>
          <a:p>
            <a:r>
              <a:rPr lang="en-US" dirty="0"/>
              <a:t>Contents</a:t>
            </a:r>
            <a:endParaRPr lang="en-GB" dirty="0"/>
          </a:p>
        </p:txBody>
      </p:sp>
      <p:sp>
        <p:nvSpPr>
          <p:cNvPr id="4" name="Text Placeholder 3">
            <a:extLst>
              <a:ext uri="{FF2B5EF4-FFF2-40B4-BE49-F238E27FC236}">
                <a16:creationId xmlns:a16="http://schemas.microsoft.com/office/drawing/2014/main" id="{26836833-370C-AB22-CEFF-97B25A80B51B}"/>
              </a:ext>
            </a:extLst>
          </p:cNvPr>
          <p:cNvSpPr>
            <a:spLocks noGrp="1"/>
          </p:cNvSpPr>
          <p:nvPr>
            <p:ph type="body" sz="quarter" idx="11"/>
          </p:nvPr>
        </p:nvSpPr>
        <p:spPr>
          <a:xfrm>
            <a:off x="546514" y="1355397"/>
            <a:ext cx="5734465" cy="4111953"/>
          </a:xfrm>
        </p:spPr>
        <p:txBody>
          <a:bodyPr/>
          <a:lstStyle/>
          <a:p>
            <a:pPr defTabSz="720000"/>
            <a:r>
              <a:rPr lang="en-US" dirty="0"/>
              <a:t>Introduction</a:t>
            </a:r>
          </a:p>
          <a:p>
            <a:pPr defTabSz="720000"/>
            <a:r>
              <a:rPr lang="en-US" dirty="0">
                <a:solidFill>
                  <a:schemeClr val="tx2"/>
                </a:solidFill>
              </a:rPr>
              <a:t>–</a:t>
            </a:r>
          </a:p>
          <a:p>
            <a:pPr defTabSz="720000"/>
            <a:r>
              <a:rPr lang="en-US" dirty="0"/>
              <a:t>Section 01	Trade Compliance: Government</a:t>
            </a:r>
          </a:p>
          <a:p>
            <a:pPr defTabSz="720000"/>
            <a:r>
              <a:rPr lang="en-US" dirty="0"/>
              <a:t>Section 02	Trade Compliance: Business</a:t>
            </a:r>
          </a:p>
          <a:p>
            <a:pPr defTabSz="720000"/>
            <a:r>
              <a:rPr lang="en-US" dirty="0"/>
              <a:t>Section 03	Digital Port</a:t>
            </a:r>
          </a:p>
          <a:p>
            <a:pPr defTabSz="720000"/>
            <a:r>
              <a:rPr lang="en-US" dirty="0"/>
              <a:t>Section 04	Logistics</a:t>
            </a:r>
          </a:p>
          <a:p>
            <a:pPr defTabSz="720000"/>
            <a:r>
              <a:rPr lang="en-US" dirty="0"/>
              <a:t>Section 05	Security</a:t>
            </a:r>
          </a:p>
          <a:p>
            <a:pPr defTabSz="720000"/>
            <a:r>
              <a:rPr lang="en-US" dirty="0"/>
              <a:t>Section 06	Digital Platforms</a:t>
            </a:r>
            <a:br>
              <a:rPr lang="en-US" dirty="0"/>
            </a:br>
            <a:r>
              <a:rPr lang="en-US" dirty="0">
                <a:solidFill>
                  <a:schemeClr val="tx2"/>
                </a:solidFill>
              </a:rPr>
              <a:t>–</a:t>
            </a:r>
          </a:p>
          <a:p>
            <a:pPr defTabSz="720000"/>
            <a:r>
              <a:rPr lang="en-US" dirty="0" err="1"/>
              <a:t>Postamble</a:t>
            </a:r>
            <a:endParaRPr lang="en-US" dirty="0"/>
          </a:p>
        </p:txBody>
      </p:sp>
    </p:spTree>
    <p:extLst>
      <p:ext uri="{BB962C8B-B14F-4D97-AF65-F5344CB8AC3E}">
        <p14:creationId xmlns:p14="http://schemas.microsoft.com/office/powerpoint/2010/main" val="3615255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870CC1-53DF-FAB7-9B25-D7456623364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95999" y="0"/>
            <a:ext cx="6096000" cy="6858000"/>
          </a:xfrm>
          <a:prstGeom prst="rect">
            <a:avLst/>
          </a:prstGeom>
        </p:spPr>
      </p:pic>
      <p:sp>
        <p:nvSpPr>
          <p:cNvPr id="2" name="Text Placeholder 1">
            <a:extLst>
              <a:ext uri="{FF2B5EF4-FFF2-40B4-BE49-F238E27FC236}">
                <a16:creationId xmlns:a16="http://schemas.microsoft.com/office/drawing/2014/main" id="{51240599-EF92-6688-0CD3-3524FB690948}"/>
              </a:ext>
            </a:extLst>
          </p:cNvPr>
          <p:cNvSpPr>
            <a:spLocks noGrp="1"/>
          </p:cNvSpPr>
          <p:nvPr>
            <p:ph type="body" sz="quarter" idx="10"/>
          </p:nvPr>
        </p:nvSpPr>
        <p:spPr>
          <a:xfrm>
            <a:off x="301752" y="301752"/>
            <a:ext cx="5554942" cy="430887"/>
          </a:xfrm>
        </p:spPr>
        <p:txBody>
          <a:bodyPr/>
          <a:lstStyle/>
          <a:p>
            <a:r>
              <a:rPr lang="en-US" dirty="0"/>
              <a:t>Slide title in Silka Regular</a:t>
            </a:r>
            <a:endParaRPr lang="en-GB" dirty="0"/>
          </a:p>
        </p:txBody>
      </p:sp>
      <p:sp>
        <p:nvSpPr>
          <p:cNvPr id="7" name="Text Placeholder 7">
            <a:extLst>
              <a:ext uri="{FF2B5EF4-FFF2-40B4-BE49-F238E27FC236}">
                <a16:creationId xmlns:a16="http://schemas.microsoft.com/office/drawing/2014/main" id="{CEF17A11-C7FA-75FD-C84A-BEBC787CC744}"/>
              </a:ext>
            </a:extLst>
          </p:cNvPr>
          <p:cNvSpPr>
            <a:spLocks noGrp="1"/>
          </p:cNvSpPr>
          <p:nvPr>
            <p:ph type="body" sz="quarter" idx="11"/>
          </p:nvPr>
        </p:nvSpPr>
        <p:spPr>
          <a:xfrm>
            <a:off x="546514" y="1355397"/>
            <a:ext cx="5116619" cy="1682511"/>
          </a:xfrm>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dolore magna </a:t>
            </a:r>
            <a:r>
              <a:rPr lang="en-US" dirty="0" err="1"/>
              <a:t>aliquam</a:t>
            </a:r>
            <a:r>
              <a:rPr lang="en-US" dirty="0"/>
              <a:t> </a:t>
            </a:r>
            <a:r>
              <a:rPr lang="en-US" dirty="0" err="1"/>
              <a:t>erat</a:t>
            </a:r>
            <a:r>
              <a:rPr lang="en-US" dirty="0"/>
              <a:t> </a:t>
            </a:r>
            <a:r>
              <a:rPr lang="en-US" dirty="0" err="1"/>
              <a:t>volutpat</a:t>
            </a:r>
            <a:r>
              <a:rPr lang="en-US" dirty="0"/>
              <a:t>. Ut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a:t>
            </a:r>
            <a:endParaRPr lang="en-GB" dirty="0"/>
          </a:p>
        </p:txBody>
      </p:sp>
      <p:sp>
        <p:nvSpPr>
          <p:cNvPr id="8" name="Text Placeholder 8">
            <a:extLst>
              <a:ext uri="{FF2B5EF4-FFF2-40B4-BE49-F238E27FC236}">
                <a16:creationId xmlns:a16="http://schemas.microsoft.com/office/drawing/2014/main" id="{F86E329B-48DB-6F8E-E91F-4CD21931077A}"/>
              </a:ext>
            </a:extLst>
          </p:cNvPr>
          <p:cNvSpPr txBox="1">
            <a:spLocks/>
          </p:cNvSpPr>
          <p:nvPr/>
        </p:nvSpPr>
        <p:spPr>
          <a:xfrm>
            <a:off x="9144000" y="6400800"/>
            <a:ext cx="2743200" cy="153888"/>
          </a:xfrm>
          <a:prstGeom prst="rect">
            <a:avLst/>
          </a:prstGeom>
        </p:spPr>
        <p:txBody>
          <a:bodyPr lIns="0" tIns="0" rIns="0" bIns="0">
            <a:spAutoFit/>
          </a:bodyPr>
          <a:lstStyle>
            <a:lvl1pPr marL="0" indent="0" algn="r" defTabSz="914400" rtl="0" eaLnBrk="1" latinLnBrk="0" hangingPunct="1">
              <a:lnSpc>
                <a:spcPts val="2400"/>
              </a:lnSpc>
              <a:spcBef>
                <a:spcPts val="0"/>
              </a:spcBef>
              <a:spcAft>
                <a:spcPts val="600"/>
              </a:spcAft>
              <a:buFont typeface="Arial" panose="020B0604020202020204" pitchFamily="34" charset="0"/>
              <a:buNone/>
              <a:defRPr sz="1000" kern="1200" spc="-50" baseline="0">
                <a:solidFill>
                  <a:schemeClr val="tx1"/>
                </a:solidFill>
                <a:latin typeface="Silka" panose="00000500000000000000" pitchFamily="50"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0"/>
              </a:spcAft>
            </a:pPr>
            <a:r>
              <a:rPr lang="en-US" dirty="0">
                <a:solidFill>
                  <a:schemeClr val="bg1"/>
                </a:solidFill>
              </a:rPr>
              <a:t>Image caption goes here</a:t>
            </a:r>
            <a:endParaRPr lang="en-GB" dirty="0">
              <a:solidFill>
                <a:schemeClr val="bg1"/>
              </a:solidFill>
            </a:endParaRPr>
          </a:p>
        </p:txBody>
      </p:sp>
    </p:spTree>
    <p:extLst>
      <p:ext uri="{BB962C8B-B14F-4D97-AF65-F5344CB8AC3E}">
        <p14:creationId xmlns:p14="http://schemas.microsoft.com/office/powerpoint/2010/main" val="1142090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A828E5B0-3C0A-02A0-5099-0F04C7B23191}"/>
              </a:ext>
            </a:extLst>
          </p:cNvPr>
          <p:cNvGraphicFramePr>
            <a:graphicFrameLocks noGrp="1"/>
          </p:cNvGraphicFramePr>
          <p:nvPr>
            <p:extLst>
              <p:ext uri="{D42A27DB-BD31-4B8C-83A1-F6EECF244321}">
                <p14:modId xmlns:p14="http://schemas.microsoft.com/office/powerpoint/2010/main" val="475737751"/>
              </p:ext>
            </p:extLst>
          </p:nvPr>
        </p:nvGraphicFramePr>
        <p:xfrm>
          <a:off x="621874" y="1310005"/>
          <a:ext cx="7776000" cy="2016000"/>
        </p:xfrm>
        <a:graphic>
          <a:graphicData uri="http://schemas.openxmlformats.org/drawingml/2006/table">
            <a:tbl>
              <a:tblPr firstRow="1">
                <a:tableStyleId>{5C22544A-7EE6-4342-B048-85BDC9FD1C3A}</a:tableStyleId>
              </a:tblPr>
              <a:tblGrid>
                <a:gridCol w="2592000">
                  <a:extLst>
                    <a:ext uri="{9D8B030D-6E8A-4147-A177-3AD203B41FA5}">
                      <a16:colId xmlns:a16="http://schemas.microsoft.com/office/drawing/2014/main" val="342711383"/>
                    </a:ext>
                  </a:extLst>
                </a:gridCol>
                <a:gridCol w="2592000">
                  <a:extLst>
                    <a:ext uri="{9D8B030D-6E8A-4147-A177-3AD203B41FA5}">
                      <a16:colId xmlns:a16="http://schemas.microsoft.com/office/drawing/2014/main" val="1186967016"/>
                    </a:ext>
                  </a:extLst>
                </a:gridCol>
                <a:gridCol w="2592000">
                  <a:extLst>
                    <a:ext uri="{9D8B030D-6E8A-4147-A177-3AD203B41FA5}">
                      <a16:colId xmlns:a16="http://schemas.microsoft.com/office/drawing/2014/main" val="3905587435"/>
                    </a:ext>
                  </a:extLst>
                </a:gridCol>
              </a:tblGrid>
              <a:tr h="504000">
                <a:tc>
                  <a:txBody>
                    <a:bodyPr/>
                    <a:lstStyle/>
                    <a:p>
                      <a:pPr algn="l"/>
                      <a:r>
                        <a:rPr lang="en-US" sz="1400" spc="-50" baseline="0" dirty="0">
                          <a:ln>
                            <a:noFill/>
                          </a:ln>
                          <a:solidFill>
                            <a:schemeClr val="tx1"/>
                          </a:solidFill>
                          <a:latin typeface="Silka Bold" panose="00000800000000000000" pitchFamily="50" charset="0"/>
                        </a:rPr>
                        <a:t>Header one</a:t>
                      </a:r>
                      <a:endParaRPr lang="en-GB" sz="1400" spc="-50" baseline="0" dirty="0">
                        <a:ln>
                          <a:noFill/>
                        </a:ln>
                        <a:solidFill>
                          <a:schemeClr val="tx1"/>
                        </a:solidFill>
                        <a:latin typeface="Silka Bold" panose="00000800000000000000" pitchFamily="50" charset="0"/>
                      </a:endParaRPr>
                    </a:p>
                  </a:txBody>
                  <a:tcPr anchor="ctr">
                    <a:lnB w="12700" cap="flat" cmpd="sng" algn="ctr">
                      <a:solidFill>
                        <a:schemeClr val="tx1"/>
                      </a:solidFill>
                      <a:prstDash val="solid"/>
                      <a:round/>
                      <a:headEnd type="none" w="med" len="med"/>
                      <a:tailEnd type="none" w="med" len="med"/>
                    </a:lnB>
                    <a:noFill/>
                  </a:tcPr>
                </a:tc>
                <a:tc>
                  <a:txBody>
                    <a:bodyPr/>
                    <a:lstStyle/>
                    <a:p>
                      <a:pPr algn="l"/>
                      <a:r>
                        <a:rPr lang="en-US" sz="1400" spc="-50" baseline="0" dirty="0">
                          <a:ln>
                            <a:noFill/>
                          </a:ln>
                          <a:solidFill>
                            <a:schemeClr val="tx1"/>
                          </a:solidFill>
                          <a:latin typeface="Silka Bold" panose="00000800000000000000" pitchFamily="50" charset="0"/>
                        </a:rPr>
                        <a:t>Header two</a:t>
                      </a:r>
                      <a:endParaRPr lang="en-GB" sz="1400" spc="-50" baseline="0" dirty="0">
                        <a:ln>
                          <a:noFill/>
                        </a:ln>
                        <a:solidFill>
                          <a:schemeClr val="tx1"/>
                        </a:solidFill>
                        <a:latin typeface="Silka Bold" panose="00000800000000000000" pitchFamily="50" charset="0"/>
                      </a:endParaRPr>
                    </a:p>
                  </a:txBody>
                  <a:tcPr anchor="ctr">
                    <a:lnB w="12700" cap="flat" cmpd="sng" algn="ctr">
                      <a:solidFill>
                        <a:schemeClr val="tx1"/>
                      </a:solidFill>
                      <a:prstDash val="solid"/>
                      <a:round/>
                      <a:headEnd type="none" w="med" len="med"/>
                      <a:tailEnd type="none" w="med" len="med"/>
                    </a:lnB>
                    <a:noFill/>
                  </a:tcPr>
                </a:tc>
                <a:tc>
                  <a:txBody>
                    <a:bodyPr/>
                    <a:lstStyle/>
                    <a:p>
                      <a:pPr algn="l"/>
                      <a:r>
                        <a:rPr lang="en-US" sz="1400" spc="-50" baseline="0" dirty="0">
                          <a:ln>
                            <a:noFill/>
                          </a:ln>
                          <a:solidFill>
                            <a:schemeClr val="tx1"/>
                          </a:solidFill>
                          <a:latin typeface="Silka Bold" panose="00000800000000000000" pitchFamily="50" charset="0"/>
                        </a:rPr>
                        <a:t>Header three</a:t>
                      </a:r>
                      <a:endParaRPr lang="en-GB" sz="1400" spc="-50" baseline="0" dirty="0">
                        <a:ln>
                          <a:noFill/>
                        </a:ln>
                        <a:solidFill>
                          <a:schemeClr val="tx1"/>
                        </a:solidFill>
                        <a:latin typeface="Silka Bold" panose="00000800000000000000" pitchFamily="50" charset="0"/>
                      </a:endParaRP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3174779"/>
                  </a:ext>
                </a:extLst>
              </a:tr>
              <a:tr h="504000">
                <a:tc>
                  <a:txBody>
                    <a:bodyPr/>
                    <a:lstStyle/>
                    <a:p>
                      <a:pPr algn="l"/>
                      <a:r>
                        <a:rPr lang="en-US" sz="1400" dirty="0">
                          <a:ln>
                            <a:noFill/>
                          </a:ln>
                          <a:solidFill>
                            <a:schemeClr val="tx1"/>
                          </a:solidFill>
                        </a:rPr>
                        <a:t>Lorem ipsum</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400" dirty="0">
                          <a:ln>
                            <a:noFill/>
                          </a:ln>
                          <a:solidFill>
                            <a:schemeClr val="tx1"/>
                          </a:solidFill>
                        </a:rPr>
                        <a:t>Dolor sit </a:t>
                      </a:r>
                      <a:r>
                        <a:rPr lang="en-US" sz="1400" dirty="0" err="1">
                          <a:ln>
                            <a:noFill/>
                          </a:ln>
                          <a:solidFill>
                            <a:schemeClr val="tx1"/>
                          </a:solidFill>
                        </a:rPr>
                        <a:t>amet</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400" dirty="0" err="1"/>
                        <a:t>Consectetuer</a:t>
                      </a:r>
                      <a:r>
                        <a:rPr lang="en-US" sz="1400" dirty="0"/>
                        <a:t> </a:t>
                      </a:r>
                      <a:r>
                        <a:rPr lang="en-US" sz="1400" dirty="0" err="1"/>
                        <a:t>adipiscing</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1284098"/>
                  </a:ext>
                </a:extLst>
              </a:tr>
              <a:tr h="504000">
                <a:tc>
                  <a:txBody>
                    <a:bodyPr/>
                    <a:lstStyle/>
                    <a:p>
                      <a:pPr algn="l"/>
                      <a:r>
                        <a:rPr lang="en-US" sz="1400" dirty="0"/>
                        <a:t>Dolore magna</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400" dirty="0" err="1"/>
                        <a:t>Aliquam</a:t>
                      </a:r>
                      <a:r>
                        <a:rPr lang="en-US" sz="1400" dirty="0"/>
                        <a:t> </a:t>
                      </a:r>
                      <a:r>
                        <a:rPr lang="en-US" sz="1400" dirty="0" err="1"/>
                        <a:t>erat</a:t>
                      </a:r>
                      <a:r>
                        <a:rPr lang="en-US" sz="1400" dirty="0"/>
                        <a:t> </a:t>
                      </a:r>
                      <a:r>
                        <a:rPr lang="en-US" sz="1400" dirty="0" err="1"/>
                        <a:t>volutpat</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400" dirty="0"/>
                        <a:t>Ut </a:t>
                      </a:r>
                      <a:r>
                        <a:rPr lang="en-US" sz="1400" dirty="0" err="1"/>
                        <a:t>wisi</a:t>
                      </a:r>
                      <a:r>
                        <a:rPr lang="en-US" sz="1400" dirty="0"/>
                        <a:t> </a:t>
                      </a:r>
                      <a:r>
                        <a:rPr lang="en-US" sz="1400" dirty="0" err="1"/>
                        <a:t>enim</a:t>
                      </a:r>
                      <a:r>
                        <a:rPr lang="en-US" sz="1400" dirty="0"/>
                        <a:t> ad</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7139314"/>
                  </a:ext>
                </a:extLst>
              </a:tr>
              <a:tr h="50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Quis </a:t>
                      </a:r>
                      <a:r>
                        <a:rPr lang="en-US" sz="1400" dirty="0" err="1"/>
                        <a:t>nostrud</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err="1"/>
                        <a:t>Exerci</a:t>
                      </a:r>
                      <a:r>
                        <a:rPr lang="en-US" sz="1400" dirty="0"/>
                        <a:t> </a:t>
                      </a:r>
                      <a:r>
                        <a:rPr lang="en-US" sz="1400" dirty="0" err="1"/>
                        <a:t>tation</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noFill/>
                  </a:tcPr>
                </a:tc>
                <a:tc>
                  <a:txBody>
                    <a:bodyPr/>
                    <a:lstStyle/>
                    <a:p>
                      <a:pPr algn="l"/>
                      <a:r>
                        <a:rPr lang="en-US" sz="1400" dirty="0"/>
                        <a:t>Ex </a:t>
                      </a:r>
                      <a:r>
                        <a:rPr lang="en-US" sz="1400" dirty="0" err="1"/>
                        <a:t>ea</a:t>
                      </a:r>
                      <a:r>
                        <a:rPr lang="en-US" sz="1400" dirty="0"/>
                        <a:t> </a:t>
                      </a:r>
                      <a:r>
                        <a:rPr lang="en-US" sz="1400" dirty="0" err="1"/>
                        <a:t>commodo</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863117241"/>
                  </a:ext>
                </a:extLst>
              </a:tr>
            </a:tbl>
          </a:graphicData>
        </a:graphic>
      </p:graphicFrame>
      <p:sp>
        <p:nvSpPr>
          <p:cNvPr id="7" name="Text Placeholder 6">
            <a:extLst>
              <a:ext uri="{FF2B5EF4-FFF2-40B4-BE49-F238E27FC236}">
                <a16:creationId xmlns:a16="http://schemas.microsoft.com/office/drawing/2014/main" id="{1321156F-A5A2-5CA7-FDDC-35ABAE1E6C3E}"/>
              </a:ext>
            </a:extLst>
          </p:cNvPr>
          <p:cNvSpPr>
            <a:spLocks noGrp="1"/>
          </p:cNvSpPr>
          <p:nvPr>
            <p:ph type="body" sz="quarter" idx="10"/>
          </p:nvPr>
        </p:nvSpPr>
        <p:spPr/>
        <p:txBody>
          <a:bodyPr/>
          <a:lstStyle/>
          <a:p>
            <a:r>
              <a:rPr lang="en-US" dirty="0"/>
              <a:t>Slide title in Silka Regular</a:t>
            </a:r>
            <a:endParaRPr lang="en-GB" dirty="0"/>
          </a:p>
        </p:txBody>
      </p:sp>
    </p:spTree>
    <p:extLst>
      <p:ext uri="{BB962C8B-B14F-4D97-AF65-F5344CB8AC3E}">
        <p14:creationId xmlns:p14="http://schemas.microsoft.com/office/powerpoint/2010/main" val="4086490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A828E5B0-3C0A-02A0-5099-0F04C7B23191}"/>
              </a:ext>
            </a:extLst>
          </p:cNvPr>
          <p:cNvGraphicFramePr>
            <a:graphicFrameLocks noGrp="1"/>
          </p:cNvGraphicFramePr>
          <p:nvPr>
            <p:extLst>
              <p:ext uri="{D42A27DB-BD31-4B8C-83A1-F6EECF244321}">
                <p14:modId xmlns:p14="http://schemas.microsoft.com/office/powerpoint/2010/main" val="24445150"/>
              </p:ext>
            </p:extLst>
          </p:nvPr>
        </p:nvGraphicFramePr>
        <p:xfrm>
          <a:off x="621874" y="1310005"/>
          <a:ext cx="4608000" cy="2016000"/>
        </p:xfrm>
        <a:graphic>
          <a:graphicData uri="http://schemas.openxmlformats.org/drawingml/2006/table">
            <a:tbl>
              <a:tblPr firstRow="1">
                <a:tableStyleId>{5C22544A-7EE6-4342-B048-85BDC9FD1C3A}</a:tableStyleId>
              </a:tblPr>
              <a:tblGrid>
                <a:gridCol w="2304000">
                  <a:extLst>
                    <a:ext uri="{9D8B030D-6E8A-4147-A177-3AD203B41FA5}">
                      <a16:colId xmlns:a16="http://schemas.microsoft.com/office/drawing/2014/main" val="342711383"/>
                    </a:ext>
                  </a:extLst>
                </a:gridCol>
                <a:gridCol w="2304000">
                  <a:extLst>
                    <a:ext uri="{9D8B030D-6E8A-4147-A177-3AD203B41FA5}">
                      <a16:colId xmlns:a16="http://schemas.microsoft.com/office/drawing/2014/main" val="1186967016"/>
                    </a:ext>
                  </a:extLst>
                </a:gridCol>
              </a:tblGrid>
              <a:tr h="504000">
                <a:tc>
                  <a:txBody>
                    <a:bodyPr/>
                    <a:lstStyle/>
                    <a:p>
                      <a:pPr algn="l"/>
                      <a:r>
                        <a:rPr lang="en-US" sz="1400" spc="-50" baseline="0" dirty="0">
                          <a:ln>
                            <a:noFill/>
                          </a:ln>
                          <a:solidFill>
                            <a:schemeClr val="tx1"/>
                          </a:solidFill>
                          <a:latin typeface="Silka Bold" panose="00000800000000000000" pitchFamily="50" charset="0"/>
                        </a:rPr>
                        <a:t>Header one</a:t>
                      </a:r>
                      <a:endParaRPr lang="en-GB" sz="1400" spc="-50" baseline="0" dirty="0">
                        <a:ln>
                          <a:noFill/>
                        </a:ln>
                        <a:solidFill>
                          <a:schemeClr val="tx1"/>
                        </a:solidFill>
                        <a:latin typeface="Silka Bold" panose="00000800000000000000" pitchFamily="50" charset="0"/>
                      </a:endParaRPr>
                    </a:p>
                  </a:txBody>
                  <a:tcPr anchor="ctr">
                    <a:lnB w="12700" cap="flat" cmpd="sng" algn="ctr">
                      <a:solidFill>
                        <a:schemeClr val="tx1"/>
                      </a:solidFill>
                      <a:prstDash val="solid"/>
                      <a:round/>
                      <a:headEnd type="none" w="med" len="med"/>
                      <a:tailEnd type="none" w="med" len="med"/>
                    </a:lnB>
                    <a:noFill/>
                  </a:tcPr>
                </a:tc>
                <a:tc>
                  <a:txBody>
                    <a:bodyPr/>
                    <a:lstStyle/>
                    <a:p>
                      <a:pPr algn="l"/>
                      <a:r>
                        <a:rPr lang="en-US" sz="1400" spc="-50" baseline="0" dirty="0">
                          <a:ln>
                            <a:noFill/>
                          </a:ln>
                          <a:solidFill>
                            <a:schemeClr val="tx1"/>
                          </a:solidFill>
                          <a:latin typeface="Silka Bold" panose="00000800000000000000" pitchFamily="50" charset="0"/>
                        </a:rPr>
                        <a:t>Header two</a:t>
                      </a:r>
                      <a:endParaRPr lang="en-GB" sz="1400" spc="-50" baseline="0" dirty="0">
                        <a:ln>
                          <a:noFill/>
                        </a:ln>
                        <a:solidFill>
                          <a:schemeClr val="tx1"/>
                        </a:solidFill>
                        <a:latin typeface="Silka Bold" panose="00000800000000000000" pitchFamily="50" charset="0"/>
                      </a:endParaRP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3174779"/>
                  </a:ext>
                </a:extLst>
              </a:tr>
              <a:tr h="504000">
                <a:tc>
                  <a:txBody>
                    <a:bodyPr/>
                    <a:lstStyle/>
                    <a:p>
                      <a:pPr algn="l"/>
                      <a:r>
                        <a:rPr lang="en-US" sz="1400" dirty="0">
                          <a:ln>
                            <a:noFill/>
                          </a:ln>
                          <a:solidFill>
                            <a:schemeClr val="tx1"/>
                          </a:solidFill>
                        </a:rPr>
                        <a:t>Lorem ipsum</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400" dirty="0">
                          <a:ln>
                            <a:noFill/>
                          </a:ln>
                          <a:solidFill>
                            <a:schemeClr val="tx1"/>
                          </a:solidFill>
                        </a:rPr>
                        <a:t>Dolor sit </a:t>
                      </a:r>
                      <a:r>
                        <a:rPr lang="en-US" sz="1400" dirty="0" err="1">
                          <a:ln>
                            <a:noFill/>
                          </a:ln>
                          <a:solidFill>
                            <a:schemeClr val="tx1"/>
                          </a:solidFill>
                        </a:rPr>
                        <a:t>amet</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1284098"/>
                  </a:ext>
                </a:extLst>
              </a:tr>
              <a:tr h="504000">
                <a:tc>
                  <a:txBody>
                    <a:bodyPr/>
                    <a:lstStyle/>
                    <a:p>
                      <a:pPr algn="l"/>
                      <a:r>
                        <a:rPr lang="en-US" sz="1400" dirty="0"/>
                        <a:t>Dolore magna</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400" dirty="0" err="1"/>
                        <a:t>Aliquam</a:t>
                      </a:r>
                      <a:r>
                        <a:rPr lang="en-US" sz="1400" dirty="0"/>
                        <a:t> </a:t>
                      </a:r>
                      <a:r>
                        <a:rPr lang="en-US" sz="1400" dirty="0" err="1"/>
                        <a:t>erat</a:t>
                      </a:r>
                      <a:r>
                        <a:rPr lang="en-US" sz="1400" dirty="0"/>
                        <a:t> </a:t>
                      </a:r>
                      <a:r>
                        <a:rPr lang="en-US" sz="1400" dirty="0" err="1"/>
                        <a:t>volutpat</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7139314"/>
                  </a:ext>
                </a:extLst>
              </a:tr>
              <a:tr h="50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Quis </a:t>
                      </a:r>
                      <a:r>
                        <a:rPr lang="en-US" sz="1400" dirty="0" err="1"/>
                        <a:t>nostrud</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err="1"/>
                        <a:t>Exerci</a:t>
                      </a:r>
                      <a:r>
                        <a:rPr lang="en-US" sz="1400" dirty="0"/>
                        <a:t> </a:t>
                      </a:r>
                      <a:r>
                        <a:rPr lang="en-US" sz="1400" dirty="0" err="1"/>
                        <a:t>tation</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863117241"/>
                  </a:ext>
                </a:extLst>
              </a:tr>
            </a:tbl>
          </a:graphicData>
        </a:graphic>
      </p:graphicFrame>
      <p:sp>
        <p:nvSpPr>
          <p:cNvPr id="7" name="Text Placeholder 6">
            <a:extLst>
              <a:ext uri="{FF2B5EF4-FFF2-40B4-BE49-F238E27FC236}">
                <a16:creationId xmlns:a16="http://schemas.microsoft.com/office/drawing/2014/main" id="{1321156F-A5A2-5CA7-FDDC-35ABAE1E6C3E}"/>
              </a:ext>
            </a:extLst>
          </p:cNvPr>
          <p:cNvSpPr>
            <a:spLocks noGrp="1"/>
          </p:cNvSpPr>
          <p:nvPr>
            <p:ph type="body" sz="quarter" idx="10"/>
          </p:nvPr>
        </p:nvSpPr>
        <p:spPr/>
        <p:txBody>
          <a:bodyPr/>
          <a:lstStyle/>
          <a:p>
            <a:r>
              <a:rPr lang="en-US" dirty="0"/>
              <a:t>Slide title in Silka Regular</a:t>
            </a:r>
            <a:endParaRPr lang="en-GB" dirty="0"/>
          </a:p>
        </p:txBody>
      </p:sp>
      <p:graphicFrame>
        <p:nvGraphicFramePr>
          <p:cNvPr id="3" name="Table 2">
            <a:extLst>
              <a:ext uri="{FF2B5EF4-FFF2-40B4-BE49-F238E27FC236}">
                <a16:creationId xmlns:a16="http://schemas.microsoft.com/office/drawing/2014/main" id="{8A5D631E-7EB0-78E7-E9F5-031505C979D5}"/>
              </a:ext>
            </a:extLst>
          </p:cNvPr>
          <p:cNvGraphicFramePr>
            <a:graphicFrameLocks noGrp="1"/>
          </p:cNvGraphicFramePr>
          <p:nvPr>
            <p:extLst>
              <p:ext uri="{D42A27DB-BD31-4B8C-83A1-F6EECF244321}">
                <p14:modId xmlns:p14="http://schemas.microsoft.com/office/powerpoint/2010/main" val="2941541172"/>
              </p:ext>
            </p:extLst>
          </p:nvPr>
        </p:nvGraphicFramePr>
        <p:xfrm>
          <a:off x="6096000" y="1308225"/>
          <a:ext cx="4608000" cy="2030160"/>
        </p:xfrm>
        <a:graphic>
          <a:graphicData uri="http://schemas.openxmlformats.org/drawingml/2006/table">
            <a:tbl>
              <a:tblPr firstRow="1">
                <a:tableStyleId>{5C22544A-7EE6-4342-B048-85BDC9FD1C3A}</a:tableStyleId>
              </a:tblPr>
              <a:tblGrid>
                <a:gridCol w="2304000">
                  <a:extLst>
                    <a:ext uri="{9D8B030D-6E8A-4147-A177-3AD203B41FA5}">
                      <a16:colId xmlns:a16="http://schemas.microsoft.com/office/drawing/2014/main" val="342711383"/>
                    </a:ext>
                  </a:extLst>
                </a:gridCol>
                <a:gridCol w="2304000">
                  <a:extLst>
                    <a:ext uri="{9D8B030D-6E8A-4147-A177-3AD203B41FA5}">
                      <a16:colId xmlns:a16="http://schemas.microsoft.com/office/drawing/2014/main" val="1186967016"/>
                    </a:ext>
                  </a:extLst>
                </a:gridCol>
              </a:tblGrid>
              <a:tr h="504000">
                <a:tc>
                  <a:txBody>
                    <a:bodyPr/>
                    <a:lstStyle/>
                    <a:p>
                      <a:pPr algn="l"/>
                      <a:r>
                        <a:rPr lang="en-US" sz="1400" spc="-50" baseline="0" dirty="0">
                          <a:ln>
                            <a:noFill/>
                          </a:ln>
                          <a:solidFill>
                            <a:schemeClr val="tx1"/>
                          </a:solidFill>
                          <a:latin typeface="Silka Bold" panose="00000800000000000000" pitchFamily="50" charset="0"/>
                        </a:rPr>
                        <a:t>Header three</a:t>
                      </a:r>
                      <a:endParaRPr lang="en-GB" sz="1400" spc="-50" baseline="0" dirty="0">
                        <a:ln>
                          <a:noFill/>
                        </a:ln>
                        <a:solidFill>
                          <a:schemeClr val="tx1"/>
                        </a:solidFill>
                        <a:latin typeface="Silka Bold" panose="00000800000000000000" pitchFamily="50" charset="0"/>
                      </a:endParaRPr>
                    </a:p>
                  </a:txBody>
                  <a:tcPr anchor="ctr">
                    <a:lnB w="12700" cap="flat" cmpd="sng" algn="ctr">
                      <a:solidFill>
                        <a:schemeClr val="tx1"/>
                      </a:solidFill>
                      <a:prstDash val="solid"/>
                      <a:round/>
                      <a:headEnd type="none" w="med" len="med"/>
                      <a:tailEnd type="none" w="med" len="med"/>
                    </a:lnB>
                    <a:noFill/>
                  </a:tcPr>
                </a:tc>
                <a:tc>
                  <a:txBody>
                    <a:bodyPr/>
                    <a:lstStyle/>
                    <a:p>
                      <a:pPr algn="l"/>
                      <a:r>
                        <a:rPr lang="en-US" sz="1400" spc="-50" baseline="0" dirty="0">
                          <a:ln>
                            <a:noFill/>
                          </a:ln>
                          <a:solidFill>
                            <a:schemeClr val="tx1"/>
                          </a:solidFill>
                          <a:latin typeface="Silka Bold" panose="00000800000000000000" pitchFamily="50" charset="0"/>
                        </a:rPr>
                        <a:t>Header four</a:t>
                      </a:r>
                      <a:endParaRPr lang="en-GB" sz="1400" spc="-50" baseline="0" dirty="0">
                        <a:ln>
                          <a:noFill/>
                        </a:ln>
                        <a:solidFill>
                          <a:schemeClr val="tx1"/>
                        </a:solidFill>
                        <a:latin typeface="Silka Bold" panose="00000800000000000000" pitchFamily="50" charset="0"/>
                      </a:endParaRPr>
                    </a:p>
                  </a:txBody>
                  <a:tcPr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3174779"/>
                  </a:ext>
                </a:extLst>
              </a:tr>
              <a:tr h="504000">
                <a:tc>
                  <a:txBody>
                    <a:bodyPr/>
                    <a:lstStyle/>
                    <a:p>
                      <a:pPr algn="l"/>
                      <a:r>
                        <a:rPr lang="en-US" sz="1400" dirty="0" err="1"/>
                        <a:t>Consectetuer</a:t>
                      </a:r>
                      <a:r>
                        <a:rPr lang="en-US" sz="1400" dirty="0"/>
                        <a:t> </a:t>
                      </a:r>
                      <a:r>
                        <a:rPr lang="en-US" sz="1400" dirty="0" err="1"/>
                        <a:t>adipiscing</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400" dirty="0" err="1"/>
                        <a:t>Nisl</a:t>
                      </a:r>
                      <a:r>
                        <a:rPr lang="en-US" sz="1400" dirty="0"/>
                        <a:t> </a:t>
                      </a:r>
                      <a:r>
                        <a:rPr lang="en-US" sz="1400" dirty="0" err="1"/>
                        <a:t>ut</a:t>
                      </a:r>
                      <a:r>
                        <a:rPr lang="en-US" sz="1400" dirty="0"/>
                        <a:t> </a:t>
                      </a:r>
                      <a:r>
                        <a:rPr lang="en-US" sz="1400" dirty="0" err="1"/>
                        <a:t>aliquip</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1284098"/>
                  </a:ext>
                </a:extLst>
              </a:tr>
              <a:tr h="504000">
                <a:tc>
                  <a:txBody>
                    <a:bodyPr/>
                    <a:lstStyle/>
                    <a:p>
                      <a:pPr algn="l"/>
                      <a:r>
                        <a:rPr lang="en-US" sz="1400" dirty="0"/>
                        <a:t>Ut </a:t>
                      </a:r>
                      <a:r>
                        <a:rPr lang="en-US" sz="1400" dirty="0" err="1"/>
                        <a:t>wisi</a:t>
                      </a:r>
                      <a:r>
                        <a:rPr lang="en-US" sz="1400" dirty="0"/>
                        <a:t> </a:t>
                      </a:r>
                      <a:r>
                        <a:rPr lang="en-US" sz="1400" dirty="0" err="1"/>
                        <a:t>enim</a:t>
                      </a:r>
                      <a:r>
                        <a:rPr lang="en-US" sz="1400" dirty="0"/>
                        <a:t> ad</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400" dirty="0" err="1"/>
                        <a:t>Euismod</a:t>
                      </a:r>
                      <a:r>
                        <a:rPr lang="en-US" sz="1400" dirty="0"/>
                        <a:t> </a:t>
                      </a:r>
                      <a:r>
                        <a:rPr lang="en-US" sz="1400" dirty="0" err="1"/>
                        <a:t>tincidunt</a:t>
                      </a:r>
                      <a:r>
                        <a:rPr lang="en-US" sz="1400" dirty="0"/>
                        <a:t> </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7139314"/>
                  </a:ext>
                </a:extLst>
              </a:tr>
              <a:tr h="504000">
                <a:tc>
                  <a:txBody>
                    <a:bodyPr/>
                    <a:lstStyle/>
                    <a:p>
                      <a:pPr algn="l"/>
                      <a:r>
                        <a:rPr lang="en-US" sz="1400" dirty="0"/>
                        <a:t>Ex </a:t>
                      </a:r>
                      <a:r>
                        <a:rPr lang="en-US" sz="1400" dirty="0" err="1"/>
                        <a:t>ea</a:t>
                      </a:r>
                      <a:r>
                        <a:rPr lang="en-US" sz="1400" dirty="0"/>
                        <a:t> </a:t>
                      </a:r>
                      <a:r>
                        <a:rPr lang="en-US" sz="1400" dirty="0" err="1"/>
                        <a:t>commodo</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Sed diam </a:t>
                      </a:r>
                      <a:r>
                        <a:rPr lang="en-US" sz="1400" dirty="0" err="1"/>
                        <a:t>nonummy</a:t>
                      </a:r>
                      <a:r>
                        <a:rPr lang="en-US" sz="1400" dirty="0"/>
                        <a:t> </a:t>
                      </a:r>
                      <a:endParaRPr lang="en-GB" sz="1400" dirty="0">
                        <a:ln>
                          <a:noFill/>
                        </a:ln>
                        <a:solidFill>
                          <a:schemeClr val="tx1"/>
                        </a:solidFill>
                      </a:endParaRPr>
                    </a:p>
                  </a:txBody>
                  <a:tcPr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863117241"/>
                  </a:ext>
                </a:extLst>
              </a:tr>
            </a:tbl>
          </a:graphicData>
        </a:graphic>
      </p:graphicFrame>
    </p:spTree>
    <p:extLst>
      <p:ext uri="{BB962C8B-B14F-4D97-AF65-F5344CB8AC3E}">
        <p14:creationId xmlns:p14="http://schemas.microsoft.com/office/powerpoint/2010/main" val="4220021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7019B816-6D7B-5A48-74AB-84571D51824B}"/>
              </a:ext>
            </a:extLst>
          </p:cNvPr>
          <p:cNvPicPr>
            <a:picLocks noChangeAspect="1"/>
          </p:cNvPicPr>
          <p:nvPr/>
        </p:nvPicPr>
        <p:blipFill rotWithShape="1">
          <a:blip r:embed="rId2">
            <a:extLst>
              <a:ext uri="{28A0092B-C50C-407E-A947-70E740481C1C}">
                <a14:useLocalDpi xmlns:a14="http://schemas.microsoft.com/office/drawing/2010/main" val="0"/>
              </a:ext>
            </a:extLst>
          </a:blip>
          <a:srcRect l="31551" t="9626" b="13370"/>
          <a:stretch/>
        </p:blipFill>
        <p:spPr>
          <a:xfrm>
            <a:off x="0" y="0"/>
            <a:ext cx="12192000" cy="6858000"/>
          </a:xfrm>
          <a:prstGeom prst="rect">
            <a:avLst/>
          </a:prstGeom>
        </p:spPr>
      </p:pic>
      <p:grpSp>
        <p:nvGrpSpPr>
          <p:cNvPr id="13" name="Group 12">
            <a:extLst>
              <a:ext uri="{FF2B5EF4-FFF2-40B4-BE49-F238E27FC236}">
                <a16:creationId xmlns:a16="http://schemas.microsoft.com/office/drawing/2014/main" id="{057B73DE-EA8B-3B6F-8096-FB001D126B20}"/>
              </a:ext>
            </a:extLst>
          </p:cNvPr>
          <p:cNvGrpSpPr/>
          <p:nvPr/>
        </p:nvGrpSpPr>
        <p:grpSpPr>
          <a:xfrm>
            <a:off x="6981826" y="5638728"/>
            <a:ext cx="4572259" cy="432000"/>
            <a:chOff x="6096001" y="558600"/>
            <a:chExt cx="4572259" cy="432000"/>
          </a:xfrm>
        </p:grpSpPr>
        <p:sp>
          <p:nvSpPr>
            <p:cNvPr id="14" name="Text Placeholder 1">
              <a:extLst>
                <a:ext uri="{FF2B5EF4-FFF2-40B4-BE49-F238E27FC236}">
                  <a16:creationId xmlns:a16="http://schemas.microsoft.com/office/drawing/2014/main" id="{1F415C5E-20ED-BF60-501E-7974535DE16D}"/>
                </a:ext>
              </a:extLst>
            </p:cNvPr>
            <p:cNvSpPr txBox="1">
              <a:spLocks/>
            </p:cNvSpPr>
            <p:nvPr/>
          </p:nvSpPr>
          <p:spPr>
            <a:xfrm>
              <a:off x="6096001" y="559725"/>
              <a:ext cx="4222980" cy="4308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pc="-100" dirty="0"/>
                <a:t>Headline in Silka Regular</a:t>
              </a:r>
              <a:endParaRPr lang="en-GB" spc="-100" dirty="0"/>
            </a:p>
          </p:txBody>
        </p:sp>
        <p:pic>
          <p:nvPicPr>
            <p:cNvPr id="15" name="Graphic 14">
              <a:extLst>
                <a:ext uri="{FF2B5EF4-FFF2-40B4-BE49-F238E27FC236}">
                  <a16:creationId xmlns:a16="http://schemas.microsoft.com/office/drawing/2014/main" id="{CA813BD3-F956-E570-97CB-353C7B0671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01299" y="558600"/>
              <a:ext cx="266961" cy="432000"/>
            </a:xfrm>
            <a:prstGeom prst="rect">
              <a:avLst/>
            </a:prstGeom>
          </p:spPr>
        </p:pic>
      </p:grpSp>
    </p:spTree>
    <p:extLst>
      <p:ext uri="{BB962C8B-B14F-4D97-AF65-F5344CB8AC3E}">
        <p14:creationId xmlns:p14="http://schemas.microsoft.com/office/powerpoint/2010/main" val="504430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321156F-A5A2-5CA7-FDDC-35ABAE1E6C3E}"/>
              </a:ext>
            </a:extLst>
          </p:cNvPr>
          <p:cNvSpPr>
            <a:spLocks noGrp="1"/>
          </p:cNvSpPr>
          <p:nvPr>
            <p:ph type="body" sz="quarter" idx="10"/>
          </p:nvPr>
        </p:nvSpPr>
        <p:spPr/>
        <p:txBody>
          <a:bodyPr/>
          <a:lstStyle/>
          <a:p>
            <a:r>
              <a:rPr lang="en-US" dirty="0"/>
              <a:t>Slide title in Silka Regular</a:t>
            </a:r>
            <a:endParaRPr lang="en-GB" dirty="0"/>
          </a:p>
        </p:txBody>
      </p:sp>
      <p:sp>
        <p:nvSpPr>
          <p:cNvPr id="8" name="Text Placeholder 7">
            <a:extLst>
              <a:ext uri="{FF2B5EF4-FFF2-40B4-BE49-F238E27FC236}">
                <a16:creationId xmlns:a16="http://schemas.microsoft.com/office/drawing/2014/main" id="{A8225839-CAEA-2E37-6907-3C2517AD9F89}"/>
              </a:ext>
            </a:extLst>
          </p:cNvPr>
          <p:cNvSpPr>
            <a:spLocks noGrp="1"/>
          </p:cNvSpPr>
          <p:nvPr>
            <p:ph type="body" sz="quarter" idx="11"/>
          </p:nvPr>
        </p:nvSpPr>
        <p:spPr>
          <a:xfrm>
            <a:off x="546514" y="1355397"/>
            <a:ext cx="5147355" cy="1682511"/>
          </a:xfrm>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dolore magna </a:t>
            </a:r>
            <a:r>
              <a:rPr lang="en-US" dirty="0" err="1"/>
              <a:t>aliquam</a:t>
            </a:r>
            <a:r>
              <a:rPr lang="en-US" dirty="0"/>
              <a:t> </a:t>
            </a:r>
            <a:r>
              <a:rPr lang="en-US" dirty="0" err="1"/>
              <a:t>erat</a:t>
            </a:r>
            <a:r>
              <a:rPr lang="en-US" dirty="0"/>
              <a:t> </a:t>
            </a:r>
            <a:r>
              <a:rPr lang="en-US" dirty="0" err="1"/>
              <a:t>volutpat</a:t>
            </a:r>
            <a:r>
              <a:rPr lang="en-US" dirty="0"/>
              <a:t>. Ut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a:t>
            </a:r>
            <a:endParaRPr lang="en-GB" dirty="0"/>
          </a:p>
        </p:txBody>
      </p:sp>
      <p:sp>
        <p:nvSpPr>
          <p:cNvPr id="9" name="Text Placeholder 8">
            <a:extLst>
              <a:ext uri="{FF2B5EF4-FFF2-40B4-BE49-F238E27FC236}">
                <a16:creationId xmlns:a16="http://schemas.microsoft.com/office/drawing/2014/main" id="{F313E26C-218D-3B36-C685-D3A79774307D}"/>
              </a:ext>
            </a:extLst>
          </p:cNvPr>
          <p:cNvSpPr>
            <a:spLocks noGrp="1"/>
          </p:cNvSpPr>
          <p:nvPr>
            <p:ph type="body" sz="quarter" idx="12"/>
          </p:nvPr>
        </p:nvSpPr>
        <p:spPr>
          <a:xfrm>
            <a:off x="546514" y="3223383"/>
            <a:ext cx="5734465" cy="1682511"/>
          </a:xfrm>
        </p:spPr>
        <p:txBody>
          <a:bodyPr/>
          <a:lstStyle/>
          <a:p>
            <a:r>
              <a:rPr lang="en-US" dirty="0"/>
              <a:t>Bullet point text 1</a:t>
            </a:r>
          </a:p>
          <a:p>
            <a:r>
              <a:rPr lang="en-US" dirty="0"/>
              <a:t>Bullet point text 2</a:t>
            </a:r>
          </a:p>
          <a:p>
            <a:r>
              <a:rPr lang="en-US" dirty="0"/>
              <a:t>Bullet point text 3</a:t>
            </a:r>
            <a:endParaRPr lang="en-GB" dirty="0"/>
          </a:p>
        </p:txBody>
      </p:sp>
      <p:graphicFrame>
        <p:nvGraphicFramePr>
          <p:cNvPr id="6" name="Chart 5">
            <a:extLst>
              <a:ext uri="{FF2B5EF4-FFF2-40B4-BE49-F238E27FC236}">
                <a16:creationId xmlns:a16="http://schemas.microsoft.com/office/drawing/2014/main" id="{66FDCF04-C749-F7D3-D020-7E536418A48B}"/>
              </a:ext>
            </a:extLst>
          </p:cNvPr>
          <p:cNvGraphicFramePr/>
          <p:nvPr>
            <p:extLst>
              <p:ext uri="{D42A27DB-BD31-4B8C-83A1-F6EECF244321}">
                <p14:modId xmlns:p14="http://schemas.microsoft.com/office/powerpoint/2010/main" val="1086199008"/>
              </p:ext>
            </p:extLst>
          </p:nvPr>
        </p:nvGraphicFramePr>
        <p:xfrm>
          <a:off x="7010400" y="1231571"/>
          <a:ext cx="4643162" cy="465952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88480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321156F-A5A2-5CA7-FDDC-35ABAE1E6C3E}"/>
              </a:ext>
            </a:extLst>
          </p:cNvPr>
          <p:cNvSpPr>
            <a:spLocks noGrp="1"/>
          </p:cNvSpPr>
          <p:nvPr>
            <p:ph type="body" sz="quarter" idx="10"/>
          </p:nvPr>
        </p:nvSpPr>
        <p:spPr/>
        <p:txBody>
          <a:bodyPr/>
          <a:lstStyle/>
          <a:p>
            <a:r>
              <a:rPr lang="en-US" dirty="0"/>
              <a:t>Slide title in Silka Regular</a:t>
            </a:r>
            <a:endParaRPr lang="en-GB" dirty="0"/>
          </a:p>
        </p:txBody>
      </p:sp>
      <p:sp>
        <p:nvSpPr>
          <p:cNvPr id="8" name="Text Placeholder 7">
            <a:extLst>
              <a:ext uri="{FF2B5EF4-FFF2-40B4-BE49-F238E27FC236}">
                <a16:creationId xmlns:a16="http://schemas.microsoft.com/office/drawing/2014/main" id="{A8225839-CAEA-2E37-6907-3C2517AD9F89}"/>
              </a:ext>
            </a:extLst>
          </p:cNvPr>
          <p:cNvSpPr>
            <a:spLocks noGrp="1"/>
          </p:cNvSpPr>
          <p:nvPr>
            <p:ph type="body" sz="quarter" idx="11"/>
          </p:nvPr>
        </p:nvSpPr>
        <p:spPr>
          <a:xfrm>
            <a:off x="546514" y="1355397"/>
            <a:ext cx="5147355" cy="1682511"/>
          </a:xfrm>
        </p:spPr>
        <p:txBody>
          <a:bodyPr/>
          <a:lstStyle/>
          <a:p>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dolore magna </a:t>
            </a:r>
            <a:r>
              <a:rPr lang="en-US" dirty="0" err="1"/>
              <a:t>aliquam</a:t>
            </a:r>
            <a:r>
              <a:rPr lang="en-US" dirty="0"/>
              <a:t> </a:t>
            </a:r>
            <a:r>
              <a:rPr lang="en-US" dirty="0" err="1"/>
              <a:t>erat</a:t>
            </a:r>
            <a:r>
              <a:rPr lang="en-US" dirty="0"/>
              <a:t> </a:t>
            </a:r>
            <a:r>
              <a:rPr lang="en-US" dirty="0" err="1"/>
              <a:t>volutpat</a:t>
            </a:r>
            <a:r>
              <a:rPr lang="en-US" dirty="0"/>
              <a:t>. Ut </a:t>
            </a:r>
            <a:r>
              <a:rPr lang="en-US" dirty="0" err="1"/>
              <a:t>wisi</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a:t>
            </a:r>
            <a:endParaRPr lang="en-GB" dirty="0"/>
          </a:p>
        </p:txBody>
      </p:sp>
      <p:sp>
        <p:nvSpPr>
          <p:cNvPr id="9" name="Text Placeholder 8">
            <a:extLst>
              <a:ext uri="{FF2B5EF4-FFF2-40B4-BE49-F238E27FC236}">
                <a16:creationId xmlns:a16="http://schemas.microsoft.com/office/drawing/2014/main" id="{F313E26C-218D-3B36-C685-D3A79774307D}"/>
              </a:ext>
            </a:extLst>
          </p:cNvPr>
          <p:cNvSpPr>
            <a:spLocks noGrp="1"/>
          </p:cNvSpPr>
          <p:nvPr>
            <p:ph type="body" sz="quarter" idx="12"/>
          </p:nvPr>
        </p:nvSpPr>
        <p:spPr>
          <a:xfrm>
            <a:off x="546514" y="3223383"/>
            <a:ext cx="5734465" cy="1682511"/>
          </a:xfrm>
        </p:spPr>
        <p:txBody>
          <a:bodyPr/>
          <a:lstStyle/>
          <a:p>
            <a:r>
              <a:rPr lang="en-US" dirty="0"/>
              <a:t>Bullet point text 1</a:t>
            </a:r>
          </a:p>
          <a:p>
            <a:r>
              <a:rPr lang="en-US" dirty="0"/>
              <a:t>Bullet point text 2</a:t>
            </a:r>
          </a:p>
          <a:p>
            <a:r>
              <a:rPr lang="en-US" dirty="0"/>
              <a:t>Bullet point text 3</a:t>
            </a:r>
            <a:endParaRPr lang="en-GB" dirty="0"/>
          </a:p>
        </p:txBody>
      </p:sp>
      <p:graphicFrame>
        <p:nvGraphicFramePr>
          <p:cNvPr id="6" name="Chart 5">
            <a:extLst>
              <a:ext uri="{FF2B5EF4-FFF2-40B4-BE49-F238E27FC236}">
                <a16:creationId xmlns:a16="http://schemas.microsoft.com/office/drawing/2014/main" id="{66FDCF04-C749-F7D3-D020-7E536418A48B}"/>
              </a:ext>
            </a:extLst>
          </p:cNvPr>
          <p:cNvGraphicFramePr/>
          <p:nvPr>
            <p:extLst>
              <p:ext uri="{D42A27DB-BD31-4B8C-83A1-F6EECF244321}">
                <p14:modId xmlns:p14="http://schemas.microsoft.com/office/powerpoint/2010/main" val="2674704805"/>
              </p:ext>
            </p:extLst>
          </p:nvPr>
        </p:nvGraphicFramePr>
        <p:xfrm>
          <a:off x="7010400" y="1231571"/>
          <a:ext cx="4643162" cy="465952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75829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321156F-A5A2-5CA7-FDDC-35ABAE1E6C3E}"/>
              </a:ext>
            </a:extLst>
          </p:cNvPr>
          <p:cNvSpPr>
            <a:spLocks noGrp="1"/>
          </p:cNvSpPr>
          <p:nvPr>
            <p:ph type="body" sz="quarter" idx="10"/>
          </p:nvPr>
        </p:nvSpPr>
        <p:spPr/>
        <p:txBody>
          <a:bodyPr/>
          <a:lstStyle/>
          <a:p>
            <a:r>
              <a:rPr lang="en-US" dirty="0"/>
              <a:t>Slide title in Silka Regular</a:t>
            </a:r>
            <a:endParaRPr lang="en-GB" dirty="0"/>
          </a:p>
        </p:txBody>
      </p:sp>
      <p:graphicFrame>
        <p:nvGraphicFramePr>
          <p:cNvPr id="6" name="Chart 5">
            <a:extLst>
              <a:ext uri="{FF2B5EF4-FFF2-40B4-BE49-F238E27FC236}">
                <a16:creationId xmlns:a16="http://schemas.microsoft.com/office/drawing/2014/main" id="{66FDCF04-C749-F7D3-D020-7E536418A48B}"/>
              </a:ext>
            </a:extLst>
          </p:cNvPr>
          <p:cNvGraphicFramePr/>
          <p:nvPr>
            <p:extLst>
              <p:ext uri="{D42A27DB-BD31-4B8C-83A1-F6EECF244321}">
                <p14:modId xmlns:p14="http://schemas.microsoft.com/office/powerpoint/2010/main" val="168375209"/>
              </p:ext>
            </p:extLst>
          </p:nvPr>
        </p:nvGraphicFramePr>
        <p:xfrm>
          <a:off x="7230247" y="1466850"/>
          <a:ext cx="3952103" cy="422731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381E66B6-BB20-B398-118B-E497B193C7DB}"/>
              </a:ext>
            </a:extLst>
          </p:cNvPr>
          <p:cNvGraphicFramePr/>
          <p:nvPr>
            <p:extLst>
              <p:ext uri="{D42A27DB-BD31-4B8C-83A1-F6EECF244321}">
                <p14:modId xmlns:p14="http://schemas.microsoft.com/office/powerpoint/2010/main" val="3653020744"/>
              </p:ext>
            </p:extLst>
          </p:nvPr>
        </p:nvGraphicFramePr>
        <p:xfrm>
          <a:off x="1009650" y="1466850"/>
          <a:ext cx="5086350" cy="422731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38258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321156F-A5A2-5CA7-FDDC-35ABAE1E6C3E}"/>
              </a:ext>
            </a:extLst>
          </p:cNvPr>
          <p:cNvSpPr>
            <a:spLocks noGrp="1"/>
          </p:cNvSpPr>
          <p:nvPr>
            <p:ph type="body" sz="quarter" idx="10"/>
          </p:nvPr>
        </p:nvSpPr>
        <p:spPr/>
        <p:txBody>
          <a:bodyPr/>
          <a:lstStyle/>
          <a:p>
            <a:r>
              <a:rPr lang="en-US" dirty="0"/>
              <a:t>Slide title in Silka Regular</a:t>
            </a:r>
            <a:endParaRPr lang="en-GB" dirty="0"/>
          </a:p>
        </p:txBody>
      </p:sp>
      <p:graphicFrame>
        <p:nvGraphicFramePr>
          <p:cNvPr id="6" name="Chart 5">
            <a:extLst>
              <a:ext uri="{FF2B5EF4-FFF2-40B4-BE49-F238E27FC236}">
                <a16:creationId xmlns:a16="http://schemas.microsoft.com/office/drawing/2014/main" id="{66FDCF04-C749-F7D3-D020-7E536418A48B}"/>
              </a:ext>
            </a:extLst>
          </p:cNvPr>
          <p:cNvGraphicFramePr/>
          <p:nvPr>
            <p:extLst>
              <p:ext uri="{D42A27DB-BD31-4B8C-83A1-F6EECF244321}">
                <p14:modId xmlns:p14="http://schemas.microsoft.com/office/powerpoint/2010/main" val="2597955504"/>
              </p:ext>
            </p:extLst>
          </p:nvPr>
        </p:nvGraphicFramePr>
        <p:xfrm>
          <a:off x="7230247" y="1466850"/>
          <a:ext cx="3952103" cy="422731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381E66B6-BB20-B398-118B-E497B193C7DB}"/>
              </a:ext>
            </a:extLst>
          </p:cNvPr>
          <p:cNvGraphicFramePr/>
          <p:nvPr>
            <p:extLst>
              <p:ext uri="{D42A27DB-BD31-4B8C-83A1-F6EECF244321}">
                <p14:modId xmlns:p14="http://schemas.microsoft.com/office/powerpoint/2010/main" val="901571460"/>
              </p:ext>
            </p:extLst>
          </p:nvPr>
        </p:nvGraphicFramePr>
        <p:xfrm>
          <a:off x="1009650" y="1466850"/>
          <a:ext cx="5086350" cy="422731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53650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551584-A1FE-6EE7-0186-B58DFF8C3FC8}"/>
              </a:ext>
            </a:extLst>
          </p:cNvPr>
          <p:cNvSpPr>
            <a:spLocks noGrp="1"/>
          </p:cNvSpPr>
          <p:nvPr>
            <p:ph type="body" sz="quarter" idx="10"/>
          </p:nvPr>
        </p:nvSpPr>
        <p:spPr/>
        <p:txBody>
          <a:bodyPr/>
          <a:lstStyle/>
          <a:p>
            <a:r>
              <a:rPr lang="en-US" dirty="0"/>
              <a:t>Slide title in Silka Regular</a:t>
            </a:r>
            <a:endParaRPr lang="en-GB" dirty="0"/>
          </a:p>
        </p:txBody>
      </p:sp>
      <p:graphicFrame>
        <p:nvGraphicFramePr>
          <p:cNvPr id="7" name="Chart 6">
            <a:extLst>
              <a:ext uri="{FF2B5EF4-FFF2-40B4-BE49-F238E27FC236}">
                <a16:creationId xmlns:a16="http://schemas.microsoft.com/office/drawing/2014/main" id="{C5501EE8-B2B7-CF5F-FDD2-0970A796DFDD}"/>
              </a:ext>
            </a:extLst>
          </p:cNvPr>
          <p:cNvGraphicFramePr/>
          <p:nvPr>
            <p:extLst>
              <p:ext uri="{D42A27DB-BD31-4B8C-83A1-F6EECF244321}">
                <p14:modId xmlns:p14="http://schemas.microsoft.com/office/powerpoint/2010/main" val="2404570800"/>
              </p:ext>
            </p:extLst>
          </p:nvPr>
        </p:nvGraphicFramePr>
        <p:xfrm>
          <a:off x="547688" y="1363550"/>
          <a:ext cx="6424951" cy="4321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82903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551584-A1FE-6EE7-0186-B58DFF8C3FC8}"/>
              </a:ext>
            </a:extLst>
          </p:cNvPr>
          <p:cNvSpPr>
            <a:spLocks noGrp="1"/>
          </p:cNvSpPr>
          <p:nvPr>
            <p:ph type="body" sz="quarter" idx="10"/>
          </p:nvPr>
        </p:nvSpPr>
        <p:spPr/>
        <p:txBody>
          <a:bodyPr/>
          <a:lstStyle/>
          <a:p>
            <a:r>
              <a:rPr lang="en-US" dirty="0"/>
              <a:t>Slide title in Silka Regular</a:t>
            </a:r>
            <a:endParaRPr lang="en-GB" dirty="0"/>
          </a:p>
        </p:txBody>
      </p:sp>
      <p:graphicFrame>
        <p:nvGraphicFramePr>
          <p:cNvPr id="7" name="Chart 6">
            <a:extLst>
              <a:ext uri="{FF2B5EF4-FFF2-40B4-BE49-F238E27FC236}">
                <a16:creationId xmlns:a16="http://schemas.microsoft.com/office/drawing/2014/main" id="{C5501EE8-B2B7-CF5F-FDD2-0970A796DFDD}"/>
              </a:ext>
            </a:extLst>
          </p:cNvPr>
          <p:cNvGraphicFramePr/>
          <p:nvPr/>
        </p:nvGraphicFramePr>
        <p:xfrm>
          <a:off x="547688" y="1363550"/>
          <a:ext cx="6424951" cy="4321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50237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A651CA85-F75E-5B3F-5202-E8477BD8F067}"/>
              </a:ext>
            </a:extLst>
          </p:cNvPr>
          <p:cNvSpPr txBox="1">
            <a:spLocks/>
          </p:cNvSpPr>
          <p:nvPr/>
        </p:nvSpPr>
        <p:spPr>
          <a:xfrm>
            <a:off x="546514" y="1711722"/>
            <a:ext cx="598622" cy="14497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7200" dirty="0">
                <a:latin typeface="Silka Bold" panose="00000800000000000000" pitchFamily="50" charset="0"/>
              </a:rPr>
              <a:t>“</a:t>
            </a:r>
            <a:endParaRPr lang="en-GB" sz="7200" dirty="0">
              <a:latin typeface="Silka Bold" panose="00000800000000000000" pitchFamily="50" charset="0"/>
            </a:endParaRPr>
          </a:p>
        </p:txBody>
      </p:sp>
      <p:sp>
        <p:nvSpPr>
          <p:cNvPr id="8" name="Text Placeholder 7">
            <a:extLst>
              <a:ext uri="{FF2B5EF4-FFF2-40B4-BE49-F238E27FC236}">
                <a16:creationId xmlns:a16="http://schemas.microsoft.com/office/drawing/2014/main" id="{DB1A52AA-3176-5700-E8C5-BBCA87E98828}"/>
              </a:ext>
            </a:extLst>
          </p:cNvPr>
          <p:cNvSpPr txBox="1">
            <a:spLocks/>
          </p:cNvSpPr>
          <p:nvPr/>
        </p:nvSpPr>
        <p:spPr>
          <a:xfrm>
            <a:off x="546514" y="2265782"/>
            <a:ext cx="5002972" cy="16825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400"/>
              </a:lnSpc>
              <a:spcBef>
                <a:spcPts val="0"/>
              </a:spcBef>
              <a:spcAft>
                <a:spcPts val="1200"/>
              </a:spcAft>
              <a:buNone/>
            </a:pPr>
            <a:r>
              <a:rPr lang="en-US" sz="2000" dirty="0"/>
              <a:t>CALISTA Logistics provides us with the convenience to do everything on one platform. </a:t>
            </a:r>
          </a:p>
          <a:p>
            <a:pPr marL="0" indent="0">
              <a:lnSpc>
                <a:spcPts val="2400"/>
              </a:lnSpc>
              <a:spcBef>
                <a:spcPts val="0"/>
              </a:spcBef>
              <a:spcAft>
                <a:spcPts val="1200"/>
              </a:spcAft>
              <a:buNone/>
            </a:pPr>
            <a:r>
              <a:rPr lang="en-US" sz="2000" dirty="0"/>
              <a:t>The system guides you through every step, so you won’t miss a thing.</a:t>
            </a:r>
            <a:endParaRPr lang="en-GB" sz="2000" dirty="0"/>
          </a:p>
        </p:txBody>
      </p:sp>
      <p:sp>
        <p:nvSpPr>
          <p:cNvPr id="9" name="Text Placeholder 7">
            <a:extLst>
              <a:ext uri="{FF2B5EF4-FFF2-40B4-BE49-F238E27FC236}">
                <a16:creationId xmlns:a16="http://schemas.microsoft.com/office/drawing/2014/main" id="{B3BDCF44-88F5-B533-ED9B-C907ABBA249C}"/>
              </a:ext>
            </a:extLst>
          </p:cNvPr>
          <p:cNvSpPr txBox="1">
            <a:spLocks/>
          </p:cNvSpPr>
          <p:nvPr/>
        </p:nvSpPr>
        <p:spPr>
          <a:xfrm>
            <a:off x="546514" y="4216774"/>
            <a:ext cx="1880491" cy="439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400"/>
              </a:lnSpc>
              <a:spcBef>
                <a:spcPts val="0"/>
              </a:spcBef>
              <a:spcAft>
                <a:spcPts val="600"/>
              </a:spcAft>
              <a:buNone/>
            </a:pPr>
            <a:r>
              <a:rPr lang="en-US" sz="1050" dirty="0"/>
              <a:t>Person’s name here</a:t>
            </a:r>
            <a:br>
              <a:rPr lang="en-GB" sz="1050" dirty="0"/>
            </a:br>
            <a:r>
              <a:rPr lang="en-GB" sz="1050" dirty="0"/>
              <a:t>Company name here</a:t>
            </a:r>
            <a:endParaRPr lang="en-US" sz="1050" dirty="0"/>
          </a:p>
        </p:txBody>
      </p:sp>
      <p:pic>
        <p:nvPicPr>
          <p:cNvPr id="11" name="Picture 10" descr="A person in a white shirt&#10;&#10;Description automatically generated">
            <a:extLst>
              <a:ext uri="{FF2B5EF4-FFF2-40B4-BE49-F238E27FC236}">
                <a16:creationId xmlns:a16="http://schemas.microsoft.com/office/drawing/2014/main" id="{BDAFC72B-DD4F-265B-251F-D797FE2587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2515" y="380262"/>
            <a:ext cx="5549485" cy="6477738"/>
          </a:xfrm>
          <a:prstGeom prst="rect">
            <a:avLst/>
          </a:prstGeom>
        </p:spPr>
      </p:pic>
    </p:spTree>
    <p:extLst>
      <p:ext uri="{BB962C8B-B14F-4D97-AF65-F5344CB8AC3E}">
        <p14:creationId xmlns:p14="http://schemas.microsoft.com/office/powerpoint/2010/main" val="1519365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A651CA85-F75E-5B3F-5202-E8477BD8F067}"/>
              </a:ext>
            </a:extLst>
          </p:cNvPr>
          <p:cNvSpPr txBox="1">
            <a:spLocks/>
          </p:cNvSpPr>
          <p:nvPr/>
        </p:nvSpPr>
        <p:spPr>
          <a:xfrm>
            <a:off x="546514" y="1711722"/>
            <a:ext cx="598622" cy="14497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7200" dirty="0">
                <a:solidFill>
                  <a:schemeClr val="bg1"/>
                </a:solidFill>
                <a:latin typeface="Silka Bold" panose="00000800000000000000" pitchFamily="50" charset="0"/>
              </a:rPr>
              <a:t>“</a:t>
            </a:r>
            <a:endParaRPr lang="en-GB" sz="7200" dirty="0">
              <a:solidFill>
                <a:schemeClr val="bg1"/>
              </a:solidFill>
              <a:latin typeface="Silka Bold" panose="00000800000000000000" pitchFamily="50" charset="0"/>
            </a:endParaRPr>
          </a:p>
        </p:txBody>
      </p:sp>
      <p:sp>
        <p:nvSpPr>
          <p:cNvPr id="8" name="Text Placeholder 7">
            <a:extLst>
              <a:ext uri="{FF2B5EF4-FFF2-40B4-BE49-F238E27FC236}">
                <a16:creationId xmlns:a16="http://schemas.microsoft.com/office/drawing/2014/main" id="{DB1A52AA-3176-5700-E8C5-BBCA87E98828}"/>
              </a:ext>
            </a:extLst>
          </p:cNvPr>
          <p:cNvSpPr txBox="1">
            <a:spLocks/>
          </p:cNvSpPr>
          <p:nvPr/>
        </p:nvSpPr>
        <p:spPr>
          <a:xfrm>
            <a:off x="546514" y="2265782"/>
            <a:ext cx="5002972" cy="16825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400"/>
              </a:lnSpc>
              <a:spcBef>
                <a:spcPts val="0"/>
              </a:spcBef>
              <a:spcAft>
                <a:spcPts val="1200"/>
              </a:spcAft>
              <a:buNone/>
            </a:pPr>
            <a:r>
              <a:rPr lang="en-US" sz="2000" dirty="0">
                <a:solidFill>
                  <a:schemeClr val="bg1"/>
                </a:solidFill>
              </a:rPr>
              <a:t>CALISTA Logistics provides us with the convenience to do everything on one platform. </a:t>
            </a:r>
          </a:p>
          <a:p>
            <a:pPr marL="0" indent="0">
              <a:lnSpc>
                <a:spcPts val="2400"/>
              </a:lnSpc>
              <a:spcBef>
                <a:spcPts val="0"/>
              </a:spcBef>
              <a:spcAft>
                <a:spcPts val="1200"/>
              </a:spcAft>
              <a:buNone/>
            </a:pPr>
            <a:r>
              <a:rPr lang="en-US" sz="2000" dirty="0">
                <a:solidFill>
                  <a:schemeClr val="bg1"/>
                </a:solidFill>
              </a:rPr>
              <a:t>The system guides you through every step, so you won’t miss a thing.</a:t>
            </a:r>
            <a:endParaRPr lang="en-GB" sz="2000" dirty="0">
              <a:solidFill>
                <a:schemeClr val="bg1"/>
              </a:solidFill>
            </a:endParaRPr>
          </a:p>
        </p:txBody>
      </p:sp>
      <p:sp>
        <p:nvSpPr>
          <p:cNvPr id="9" name="Text Placeholder 7">
            <a:extLst>
              <a:ext uri="{FF2B5EF4-FFF2-40B4-BE49-F238E27FC236}">
                <a16:creationId xmlns:a16="http://schemas.microsoft.com/office/drawing/2014/main" id="{B3BDCF44-88F5-B533-ED9B-C907ABBA249C}"/>
              </a:ext>
            </a:extLst>
          </p:cNvPr>
          <p:cNvSpPr txBox="1">
            <a:spLocks/>
          </p:cNvSpPr>
          <p:nvPr/>
        </p:nvSpPr>
        <p:spPr>
          <a:xfrm>
            <a:off x="546514" y="4216774"/>
            <a:ext cx="1880491" cy="4392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400"/>
              </a:lnSpc>
              <a:spcBef>
                <a:spcPts val="0"/>
              </a:spcBef>
              <a:spcAft>
                <a:spcPts val="600"/>
              </a:spcAft>
              <a:buNone/>
            </a:pPr>
            <a:r>
              <a:rPr lang="en-US" sz="1050" dirty="0">
                <a:solidFill>
                  <a:schemeClr val="bg1"/>
                </a:solidFill>
              </a:rPr>
              <a:t>Person’s name here</a:t>
            </a:r>
            <a:br>
              <a:rPr lang="en-GB" sz="1050" dirty="0">
                <a:solidFill>
                  <a:schemeClr val="bg1"/>
                </a:solidFill>
              </a:rPr>
            </a:br>
            <a:r>
              <a:rPr lang="en-GB" sz="1050" dirty="0">
                <a:solidFill>
                  <a:schemeClr val="bg1"/>
                </a:solidFill>
              </a:rPr>
              <a:t>Company name here</a:t>
            </a:r>
            <a:endParaRPr lang="en-US" sz="1050" dirty="0">
              <a:solidFill>
                <a:schemeClr val="bg1"/>
              </a:solidFill>
            </a:endParaRPr>
          </a:p>
        </p:txBody>
      </p:sp>
      <p:pic>
        <p:nvPicPr>
          <p:cNvPr id="4" name="Picture 3" descr="A person in a white shirt&#10;&#10;Description automatically generated">
            <a:extLst>
              <a:ext uri="{FF2B5EF4-FFF2-40B4-BE49-F238E27FC236}">
                <a16:creationId xmlns:a16="http://schemas.microsoft.com/office/drawing/2014/main" id="{0F900E75-F615-D6ED-4E86-C35A0B8A21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2515" y="380262"/>
            <a:ext cx="5549485" cy="6477738"/>
          </a:xfrm>
          <a:prstGeom prst="rect">
            <a:avLst/>
          </a:prstGeom>
        </p:spPr>
      </p:pic>
    </p:spTree>
    <p:extLst>
      <p:ext uri="{BB962C8B-B14F-4D97-AF65-F5344CB8AC3E}">
        <p14:creationId xmlns:p14="http://schemas.microsoft.com/office/powerpoint/2010/main" val="778461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EC860A64-BAF5-BD05-CB66-FE9F22AC16FB}"/>
              </a:ext>
            </a:extLst>
          </p:cNvPr>
          <p:cNvSpPr/>
          <p:nvPr/>
        </p:nvSpPr>
        <p:spPr>
          <a:xfrm>
            <a:off x="7011037" y="1457326"/>
            <a:ext cx="2736850" cy="379996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8" name="Graphic 87">
            <a:extLst>
              <a:ext uri="{FF2B5EF4-FFF2-40B4-BE49-F238E27FC236}">
                <a16:creationId xmlns:a16="http://schemas.microsoft.com/office/drawing/2014/main" id="{60862759-3DA8-5913-8941-2BF57A0BC8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993574" y="5235585"/>
            <a:ext cx="2768290" cy="335550"/>
          </a:xfrm>
          <a:prstGeom prst="rect">
            <a:avLst/>
          </a:prstGeom>
        </p:spPr>
      </p:pic>
      <p:sp>
        <p:nvSpPr>
          <p:cNvPr id="72" name="Rectangle 71">
            <a:extLst>
              <a:ext uri="{FF2B5EF4-FFF2-40B4-BE49-F238E27FC236}">
                <a16:creationId xmlns:a16="http://schemas.microsoft.com/office/drawing/2014/main" id="{FF5CD52E-50E3-E6CE-830A-B038CE603A4D}"/>
              </a:ext>
            </a:extLst>
          </p:cNvPr>
          <p:cNvSpPr/>
          <p:nvPr/>
        </p:nvSpPr>
        <p:spPr>
          <a:xfrm>
            <a:off x="3809740" y="1454903"/>
            <a:ext cx="2736850" cy="380238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3" name="Graphic 72">
            <a:extLst>
              <a:ext uri="{FF2B5EF4-FFF2-40B4-BE49-F238E27FC236}">
                <a16:creationId xmlns:a16="http://schemas.microsoft.com/office/drawing/2014/main" id="{CAA28EFB-5091-B40E-B937-9AFBADF345C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3795768" y="5236007"/>
            <a:ext cx="2764797" cy="335127"/>
          </a:xfrm>
          <a:prstGeom prst="rect">
            <a:avLst/>
          </a:prstGeom>
        </p:spPr>
      </p:pic>
      <p:sp>
        <p:nvSpPr>
          <p:cNvPr id="34" name="Text Placeholder 32">
            <a:extLst>
              <a:ext uri="{FF2B5EF4-FFF2-40B4-BE49-F238E27FC236}">
                <a16:creationId xmlns:a16="http://schemas.microsoft.com/office/drawing/2014/main" id="{1E20B613-6C30-DC59-D664-E22A90A4D815}"/>
              </a:ext>
            </a:extLst>
          </p:cNvPr>
          <p:cNvSpPr>
            <a:spLocks noGrp="1"/>
          </p:cNvSpPr>
          <p:nvPr>
            <p:ph type="body" sz="quarter" idx="10"/>
          </p:nvPr>
        </p:nvSpPr>
        <p:spPr>
          <a:xfrm>
            <a:off x="544370" y="560320"/>
            <a:ext cx="3552825" cy="558272"/>
          </a:xfrm>
        </p:spPr>
        <p:txBody>
          <a:bodyPr/>
          <a:lstStyle/>
          <a:p>
            <a:r>
              <a:rPr lang="en-US" dirty="0"/>
              <a:t>Action headline</a:t>
            </a:r>
          </a:p>
          <a:p>
            <a:r>
              <a:rPr lang="en-US" dirty="0">
                <a:solidFill>
                  <a:schemeClr val="tx2"/>
                </a:solidFill>
              </a:rPr>
              <a:t>Benefit headline</a:t>
            </a:r>
          </a:p>
        </p:txBody>
      </p:sp>
      <p:sp>
        <p:nvSpPr>
          <p:cNvPr id="56" name="Rectangle 55">
            <a:extLst>
              <a:ext uri="{FF2B5EF4-FFF2-40B4-BE49-F238E27FC236}">
                <a16:creationId xmlns:a16="http://schemas.microsoft.com/office/drawing/2014/main" id="{1415927C-180D-5F18-CBFB-01CB3ABFA0D5}"/>
              </a:ext>
            </a:extLst>
          </p:cNvPr>
          <p:cNvSpPr/>
          <p:nvPr/>
        </p:nvSpPr>
        <p:spPr>
          <a:xfrm>
            <a:off x="627225" y="1457327"/>
            <a:ext cx="2736850" cy="376496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7" name="Graphic 56">
            <a:extLst>
              <a:ext uri="{FF2B5EF4-FFF2-40B4-BE49-F238E27FC236}">
                <a16:creationId xmlns:a16="http://schemas.microsoft.com/office/drawing/2014/main" id="{08ED9C57-4343-E97D-97D7-17126F0D87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15635" y="5201012"/>
            <a:ext cx="2764797" cy="335127"/>
          </a:xfrm>
          <a:prstGeom prst="rect">
            <a:avLst/>
          </a:prstGeom>
        </p:spPr>
      </p:pic>
      <p:sp>
        <p:nvSpPr>
          <p:cNvPr id="58" name="TextBox 57">
            <a:extLst>
              <a:ext uri="{FF2B5EF4-FFF2-40B4-BE49-F238E27FC236}">
                <a16:creationId xmlns:a16="http://schemas.microsoft.com/office/drawing/2014/main" id="{BDD3F585-B56D-F9A3-5E3C-796134D00149}"/>
              </a:ext>
            </a:extLst>
          </p:cNvPr>
          <p:cNvSpPr txBox="1"/>
          <p:nvPr/>
        </p:nvSpPr>
        <p:spPr>
          <a:xfrm>
            <a:off x="743149" y="3060784"/>
            <a:ext cx="2103600" cy="284693"/>
          </a:xfrm>
          <a:prstGeom prst="rect">
            <a:avLst/>
          </a:prstGeom>
          <a:noFill/>
        </p:spPr>
        <p:txBody>
          <a:bodyPr wrap="square" rtlCol="0">
            <a:spAutoFit/>
          </a:bodyPr>
          <a:lstStyle/>
          <a:p>
            <a:r>
              <a:rPr lang="en-US" sz="1250">
                <a:solidFill>
                  <a:schemeClr val="tx1"/>
                </a:solidFill>
                <a:latin typeface="Silka Bold" panose="00000800000000000000" pitchFamily="50" charset="0"/>
              </a:rPr>
              <a:t>Ghana</a:t>
            </a:r>
            <a:endParaRPr lang="en-GB" sz="1250">
              <a:solidFill>
                <a:schemeClr val="tx1"/>
              </a:solidFill>
              <a:latin typeface="Silka Bold" panose="00000800000000000000" pitchFamily="50" charset="0"/>
            </a:endParaRPr>
          </a:p>
        </p:txBody>
      </p:sp>
      <p:pic>
        <p:nvPicPr>
          <p:cNvPr id="59" name="Picture 58">
            <a:extLst>
              <a:ext uri="{FF2B5EF4-FFF2-40B4-BE49-F238E27FC236}">
                <a16:creationId xmlns:a16="http://schemas.microsoft.com/office/drawing/2014/main" id="{D6B67438-057E-E32A-2A99-6E8E192B5A27}"/>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958641" y="3062993"/>
            <a:ext cx="288000" cy="288000"/>
          </a:xfrm>
          <a:prstGeom prst="rect">
            <a:avLst/>
          </a:prstGeom>
        </p:spPr>
      </p:pic>
      <p:sp>
        <p:nvSpPr>
          <p:cNvPr id="60" name="TextBox 59">
            <a:extLst>
              <a:ext uri="{FF2B5EF4-FFF2-40B4-BE49-F238E27FC236}">
                <a16:creationId xmlns:a16="http://schemas.microsoft.com/office/drawing/2014/main" id="{8AA58351-0987-16B5-F1E0-D13DF879E6AF}"/>
              </a:ext>
            </a:extLst>
          </p:cNvPr>
          <p:cNvSpPr txBox="1"/>
          <p:nvPr/>
        </p:nvSpPr>
        <p:spPr>
          <a:xfrm>
            <a:off x="743148" y="3354352"/>
            <a:ext cx="2434185" cy="340799"/>
          </a:xfrm>
          <a:prstGeom prst="rect">
            <a:avLst/>
          </a:prstGeom>
          <a:noFill/>
        </p:spPr>
        <p:txBody>
          <a:bodyPr wrap="square" rtlCol="0">
            <a:spAutoFit/>
          </a:bodyPr>
          <a:lstStyle/>
          <a:p>
            <a:pPr>
              <a:lnSpc>
                <a:spcPts val="1000"/>
              </a:lnSpc>
            </a:pPr>
            <a:r>
              <a:rPr lang="en-US" sz="750" spc="-30">
                <a:solidFill>
                  <a:schemeClr val="tx2"/>
                </a:solidFill>
                <a:latin typeface="Silka SemiBold" panose="00000700000000000000" pitchFamily="50" charset="0"/>
              </a:rPr>
              <a:t>Improved efficiency and enhanced transparency of cargo status for commercial users.</a:t>
            </a:r>
            <a:endParaRPr lang="en-GB" sz="750" spc="-30">
              <a:solidFill>
                <a:schemeClr val="tx2"/>
              </a:solidFill>
              <a:latin typeface="Silka SemiBold" panose="00000700000000000000" pitchFamily="50" charset="0"/>
            </a:endParaRPr>
          </a:p>
        </p:txBody>
      </p:sp>
      <p:sp>
        <p:nvSpPr>
          <p:cNvPr id="61" name="TextBox 60">
            <a:extLst>
              <a:ext uri="{FF2B5EF4-FFF2-40B4-BE49-F238E27FC236}">
                <a16:creationId xmlns:a16="http://schemas.microsoft.com/office/drawing/2014/main" id="{DE1FEC48-3A35-BCC1-61B5-BC657AB8B6E6}"/>
              </a:ext>
            </a:extLst>
          </p:cNvPr>
          <p:cNvSpPr txBox="1"/>
          <p:nvPr/>
        </p:nvSpPr>
        <p:spPr>
          <a:xfrm>
            <a:off x="743150" y="3756082"/>
            <a:ext cx="2482474" cy="1163139"/>
          </a:xfrm>
          <a:prstGeom prst="rect">
            <a:avLst/>
          </a:prstGeom>
          <a:noFill/>
        </p:spPr>
        <p:txBody>
          <a:bodyPr wrap="square" rtlCol="0">
            <a:spAutoFit/>
          </a:bodyPr>
          <a:lstStyle/>
          <a:p>
            <a:pPr>
              <a:lnSpc>
                <a:spcPts val="900"/>
              </a:lnSpc>
              <a:spcAft>
                <a:spcPts val="600"/>
              </a:spcAft>
            </a:pPr>
            <a:r>
              <a:rPr lang="en-US" sz="700" spc="-20" baseline="0">
                <a:solidFill>
                  <a:schemeClr val="tx1"/>
                </a:solidFill>
                <a:latin typeface="Silka SemiBold" panose="00000700000000000000" pitchFamily="50" charset="0"/>
              </a:rPr>
              <a:t>Customer</a:t>
            </a:r>
            <a:br>
              <a:rPr lang="en-US" sz="700" b="0" spc="-20" baseline="0">
                <a:solidFill>
                  <a:schemeClr val="tx1"/>
                </a:solidFill>
                <a:latin typeface="Silka SemiBold" panose="00000700000000000000" pitchFamily="50" charset="0"/>
              </a:rPr>
            </a:br>
            <a:r>
              <a:rPr lang="en-US" sz="700" b="0" spc="-20" baseline="0">
                <a:solidFill>
                  <a:schemeClr val="tx1"/>
                </a:solidFill>
                <a:latin typeface="Silka" panose="00000500000000000000" pitchFamily="50" charset="0"/>
              </a:rPr>
              <a:t>Ghana Customs</a:t>
            </a:r>
          </a:p>
          <a:p>
            <a:pPr>
              <a:lnSpc>
                <a:spcPts val="900"/>
              </a:lnSpc>
              <a:spcAft>
                <a:spcPts val="600"/>
              </a:spcAft>
            </a:pPr>
            <a:r>
              <a:rPr lang="en-US" sz="700" spc="-20" baseline="0">
                <a:solidFill>
                  <a:schemeClr val="tx1"/>
                </a:solidFill>
                <a:latin typeface="Silka Bold" panose="00000800000000000000" pitchFamily="50" charset="0"/>
              </a:rPr>
              <a:t>Project</a:t>
            </a:r>
            <a:br>
              <a:rPr lang="en-US" sz="700" spc="-20" baseline="0">
                <a:solidFill>
                  <a:schemeClr val="tx1"/>
                </a:solidFill>
                <a:latin typeface="Silka" panose="00000500000000000000" pitchFamily="50" charset="0"/>
              </a:rPr>
            </a:br>
            <a:r>
              <a:rPr lang="en-US" sz="700" spc="-20" baseline="0">
                <a:solidFill>
                  <a:schemeClr val="tx1"/>
                </a:solidFill>
                <a:latin typeface="Silka" panose="00000500000000000000" pitchFamily="50" charset="0"/>
              </a:rPr>
              <a:t>Ghana Integrated Customs Clearance Systems </a:t>
            </a:r>
            <a:br>
              <a:rPr lang="en-US" sz="700" spc="-20" baseline="0">
                <a:solidFill>
                  <a:schemeClr val="tx1"/>
                </a:solidFill>
                <a:latin typeface="Silka" panose="00000500000000000000" pitchFamily="50" charset="0"/>
              </a:rPr>
            </a:br>
            <a:r>
              <a:rPr lang="en-US" sz="700" spc="-20" baseline="0">
                <a:solidFill>
                  <a:schemeClr val="tx1"/>
                </a:solidFill>
                <a:latin typeface="Silka" panose="00000500000000000000" pitchFamily="50" charset="0"/>
              </a:rPr>
              <a:t>(GICCS) – 20</a:t>
            </a:r>
            <a:r>
              <a:rPr lang="en-US" sz="700" spc="-20">
                <a:latin typeface="Silka" panose="00000500000000000000" pitchFamily="50" charset="0"/>
              </a:rPr>
              <a:t>09</a:t>
            </a:r>
            <a:endParaRPr lang="en-US" sz="700" spc="-20" baseline="0">
              <a:solidFill>
                <a:schemeClr val="tx1"/>
              </a:solidFill>
              <a:latin typeface="Silka" panose="00000500000000000000" pitchFamily="50" charset="0"/>
            </a:endParaRPr>
          </a:p>
          <a:p>
            <a:pPr>
              <a:lnSpc>
                <a:spcPts val="900"/>
              </a:lnSpc>
              <a:spcAft>
                <a:spcPts val="600"/>
              </a:spcAft>
            </a:pPr>
            <a:r>
              <a:rPr lang="en-US" sz="700" spc="-20" baseline="0">
                <a:solidFill>
                  <a:schemeClr val="tx1"/>
                </a:solidFill>
                <a:latin typeface="Silka SemiBold" panose="00000700000000000000" pitchFamily="50" charset="0"/>
              </a:rPr>
              <a:t>Trade Solution</a:t>
            </a:r>
            <a:br>
              <a:rPr lang="en-US" sz="700" spc="-20" baseline="0">
                <a:solidFill>
                  <a:schemeClr val="tx1"/>
                </a:solidFill>
                <a:latin typeface="Silka" panose="00000500000000000000" pitchFamily="50" charset="0"/>
              </a:rPr>
            </a:br>
            <a:r>
              <a:rPr lang="en-US" sz="700" spc="-20">
                <a:latin typeface="Silka" panose="00000500000000000000" pitchFamily="50" charset="0"/>
              </a:rPr>
              <a:t>A web-based system to facilitate Customs Excise and Preventive Services’ (CEPS) control of landed cargo.</a:t>
            </a:r>
            <a:endParaRPr lang="en-US" sz="700" spc="-20" baseline="0">
              <a:solidFill>
                <a:schemeClr val="tx1"/>
              </a:solidFill>
              <a:latin typeface="Silka" panose="00000500000000000000" pitchFamily="50" charset="0"/>
            </a:endParaRPr>
          </a:p>
        </p:txBody>
      </p:sp>
      <p:pic>
        <p:nvPicPr>
          <p:cNvPr id="62" name="Picture 61">
            <a:extLst>
              <a:ext uri="{FF2B5EF4-FFF2-40B4-BE49-F238E27FC236}">
                <a16:creationId xmlns:a16="http://schemas.microsoft.com/office/drawing/2014/main" id="{17864420-72DA-EB76-5FA6-934F96C9E011}"/>
              </a:ext>
            </a:extLst>
          </p:cNvPr>
          <p:cNvPicPr>
            <a:picLocks noChangeAspect="1"/>
          </p:cNvPicPr>
          <p:nvPr/>
        </p:nvPicPr>
        <p:blipFill>
          <a:blip r:embed="rId8">
            <a:extLst>
              <a:ext uri="{28A0092B-C50C-407E-A947-70E740481C1C}">
                <a14:useLocalDpi xmlns:a14="http://schemas.microsoft.com/office/drawing/2010/main" val="0"/>
              </a:ext>
            </a:extLst>
          </a:blip>
          <a:srcRect l="95" r="95"/>
          <a:stretch/>
        </p:blipFill>
        <p:spPr>
          <a:xfrm>
            <a:off x="629996" y="1457325"/>
            <a:ext cx="2736850" cy="1479149"/>
          </a:xfrm>
          <a:prstGeom prst="rect">
            <a:avLst/>
          </a:prstGeom>
        </p:spPr>
      </p:pic>
      <p:sp>
        <p:nvSpPr>
          <p:cNvPr id="65" name="TextBox 64">
            <a:extLst>
              <a:ext uri="{FF2B5EF4-FFF2-40B4-BE49-F238E27FC236}">
                <a16:creationId xmlns:a16="http://schemas.microsoft.com/office/drawing/2014/main" id="{F4F71275-0A09-F225-6956-3C81156011AB}"/>
              </a:ext>
            </a:extLst>
          </p:cNvPr>
          <p:cNvSpPr txBox="1"/>
          <p:nvPr/>
        </p:nvSpPr>
        <p:spPr>
          <a:xfrm>
            <a:off x="3911520" y="3060781"/>
            <a:ext cx="2092131" cy="284693"/>
          </a:xfrm>
          <a:prstGeom prst="rect">
            <a:avLst/>
          </a:prstGeom>
          <a:noFill/>
        </p:spPr>
        <p:txBody>
          <a:bodyPr wrap="square" rtlCol="0">
            <a:spAutoFit/>
          </a:bodyPr>
          <a:lstStyle/>
          <a:p>
            <a:r>
              <a:rPr lang="en-US" sz="1250">
                <a:solidFill>
                  <a:schemeClr val="tx1"/>
                </a:solidFill>
                <a:latin typeface="Silka Bold" panose="00000800000000000000" pitchFamily="50" charset="0"/>
              </a:rPr>
              <a:t>India</a:t>
            </a:r>
            <a:endParaRPr lang="en-GB" sz="1250">
              <a:solidFill>
                <a:schemeClr val="tx1"/>
              </a:solidFill>
              <a:latin typeface="Silka Bold" panose="00000800000000000000" pitchFamily="50" charset="0"/>
            </a:endParaRPr>
          </a:p>
        </p:txBody>
      </p:sp>
      <p:sp>
        <p:nvSpPr>
          <p:cNvPr id="66" name="TextBox 65">
            <a:extLst>
              <a:ext uri="{FF2B5EF4-FFF2-40B4-BE49-F238E27FC236}">
                <a16:creationId xmlns:a16="http://schemas.microsoft.com/office/drawing/2014/main" id="{BB722316-5F5B-1409-A0EB-3BE0C9F41ABE}"/>
              </a:ext>
            </a:extLst>
          </p:cNvPr>
          <p:cNvSpPr txBox="1"/>
          <p:nvPr/>
        </p:nvSpPr>
        <p:spPr>
          <a:xfrm>
            <a:off x="3881182" y="3347579"/>
            <a:ext cx="2355984" cy="853760"/>
          </a:xfrm>
          <a:prstGeom prst="rect">
            <a:avLst/>
          </a:prstGeom>
          <a:noFill/>
        </p:spPr>
        <p:txBody>
          <a:bodyPr wrap="square" rtlCol="0">
            <a:spAutoFit/>
          </a:bodyPr>
          <a:lstStyle/>
          <a:p>
            <a:pPr>
              <a:lnSpc>
                <a:spcPts val="1000"/>
              </a:lnSpc>
            </a:pPr>
            <a:r>
              <a:rPr lang="en-US" sz="750" b="1" spc="-20" baseline="0" dirty="0">
                <a:solidFill>
                  <a:schemeClr val="tx2"/>
                </a:solidFill>
                <a:latin typeface="Silka SemiBold" panose="00000700000000000000" pitchFamily="50" charset="0"/>
              </a:rPr>
              <a:t>The centralised electronic message switching facility and database allowed messages in multiple protocols to be exchanged easily among disparate ports in the community. It also enhanced customs authorities’ ability to track the movement of goods.</a:t>
            </a:r>
            <a:endParaRPr lang="en-GB" sz="750" b="1" spc="-20" baseline="0" dirty="0">
              <a:solidFill>
                <a:schemeClr val="tx2"/>
              </a:solidFill>
              <a:latin typeface="Silka SemiBold" panose="00000700000000000000" pitchFamily="50" charset="0"/>
            </a:endParaRPr>
          </a:p>
        </p:txBody>
      </p:sp>
      <p:sp>
        <p:nvSpPr>
          <p:cNvPr id="67" name="TextBox 66">
            <a:extLst>
              <a:ext uri="{FF2B5EF4-FFF2-40B4-BE49-F238E27FC236}">
                <a16:creationId xmlns:a16="http://schemas.microsoft.com/office/drawing/2014/main" id="{E43DC693-29AB-A89C-8519-12F23E9D9637}"/>
              </a:ext>
            </a:extLst>
          </p:cNvPr>
          <p:cNvSpPr txBox="1"/>
          <p:nvPr/>
        </p:nvSpPr>
        <p:spPr>
          <a:xfrm>
            <a:off x="3886907" y="4261083"/>
            <a:ext cx="2494259" cy="1163139"/>
          </a:xfrm>
          <a:prstGeom prst="rect">
            <a:avLst/>
          </a:prstGeom>
          <a:noFill/>
        </p:spPr>
        <p:txBody>
          <a:bodyPr wrap="square" rtlCol="0">
            <a:spAutoFit/>
          </a:bodyPr>
          <a:lstStyle/>
          <a:p>
            <a:pPr>
              <a:lnSpc>
                <a:spcPts val="900"/>
              </a:lnSpc>
              <a:spcAft>
                <a:spcPts val="600"/>
              </a:spcAft>
            </a:pPr>
            <a:r>
              <a:rPr lang="en-US" sz="700" spc="-20" baseline="0">
                <a:solidFill>
                  <a:schemeClr val="tx1"/>
                </a:solidFill>
                <a:latin typeface="Silka SemiBold" panose="00000700000000000000" pitchFamily="50" charset="0"/>
              </a:rPr>
              <a:t>Customer</a:t>
            </a:r>
            <a:br>
              <a:rPr lang="en-US" sz="700" spc="-20" baseline="0">
                <a:solidFill>
                  <a:schemeClr val="tx1"/>
                </a:solidFill>
                <a:latin typeface="Silka SemiBold" panose="00000700000000000000" pitchFamily="50" charset="0"/>
              </a:rPr>
            </a:br>
            <a:r>
              <a:rPr lang="en-US" sz="700" spc="-20" baseline="0">
                <a:solidFill>
                  <a:schemeClr val="tx1"/>
                </a:solidFill>
                <a:latin typeface="Silka" panose="00000500000000000000" pitchFamily="50" charset="0"/>
              </a:rPr>
              <a:t>Indian Ports Association</a:t>
            </a:r>
          </a:p>
          <a:p>
            <a:pPr>
              <a:lnSpc>
                <a:spcPts val="900"/>
              </a:lnSpc>
              <a:spcAft>
                <a:spcPts val="600"/>
              </a:spcAft>
            </a:pPr>
            <a:r>
              <a:rPr lang="en-US" sz="700" spc="-20" baseline="0">
                <a:solidFill>
                  <a:schemeClr val="tx1"/>
                </a:solidFill>
                <a:latin typeface="Silka Bold" panose="00000800000000000000" pitchFamily="50" charset="0"/>
              </a:rPr>
              <a:t>Project</a:t>
            </a:r>
            <a:br>
              <a:rPr lang="en-US" sz="700" spc="-20" baseline="0">
                <a:solidFill>
                  <a:schemeClr val="tx1"/>
                </a:solidFill>
                <a:latin typeface="Silka" panose="00000500000000000000" pitchFamily="50" charset="0"/>
              </a:rPr>
            </a:br>
            <a:r>
              <a:rPr lang="en-US" sz="700" spc="-20" baseline="0">
                <a:solidFill>
                  <a:schemeClr val="tx1"/>
                </a:solidFill>
                <a:latin typeface="Silka" panose="00000500000000000000" pitchFamily="50" charset="0"/>
              </a:rPr>
              <a:t>Port Community System – 2006</a:t>
            </a:r>
          </a:p>
          <a:p>
            <a:pPr>
              <a:lnSpc>
                <a:spcPts val="900"/>
              </a:lnSpc>
              <a:spcAft>
                <a:spcPts val="600"/>
              </a:spcAft>
            </a:pPr>
            <a:r>
              <a:rPr lang="en-US" sz="700" spc="-20" baseline="0">
                <a:solidFill>
                  <a:schemeClr val="tx1"/>
                </a:solidFill>
                <a:latin typeface="Silka SemiBold" panose="00000700000000000000" pitchFamily="50" charset="0"/>
              </a:rPr>
              <a:t>Trade Solution</a:t>
            </a:r>
            <a:br>
              <a:rPr lang="en-US" sz="700" spc="-20" baseline="0">
                <a:solidFill>
                  <a:schemeClr val="tx1"/>
                </a:solidFill>
                <a:latin typeface="Silka" panose="00000500000000000000" pitchFamily="50" charset="0"/>
              </a:rPr>
            </a:br>
            <a:r>
              <a:rPr lang="en-US" sz="700" spc="-20" baseline="0">
                <a:solidFill>
                  <a:schemeClr val="tx1"/>
                </a:solidFill>
                <a:latin typeface="Silka" panose="00000500000000000000" pitchFamily="50" charset="0"/>
              </a:rPr>
              <a:t>A Single Electronic Window for all port community stakeholders to access critical information readily and securely.</a:t>
            </a:r>
          </a:p>
        </p:txBody>
      </p:sp>
      <p:pic>
        <p:nvPicPr>
          <p:cNvPr id="68" name="Picture 67">
            <a:extLst>
              <a:ext uri="{FF2B5EF4-FFF2-40B4-BE49-F238E27FC236}">
                <a16:creationId xmlns:a16="http://schemas.microsoft.com/office/drawing/2014/main" id="{571F4647-BE56-F09C-7E44-9AE3AC1E1780}"/>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6122560" y="3066350"/>
            <a:ext cx="288000" cy="288000"/>
          </a:xfrm>
          <a:prstGeom prst="rect">
            <a:avLst/>
          </a:prstGeom>
        </p:spPr>
      </p:pic>
      <p:pic>
        <p:nvPicPr>
          <p:cNvPr id="69" name="Picture 68">
            <a:extLst>
              <a:ext uri="{FF2B5EF4-FFF2-40B4-BE49-F238E27FC236}">
                <a16:creationId xmlns:a16="http://schemas.microsoft.com/office/drawing/2014/main" id="{C9D41CA8-2386-C720-5BC1-6E9B549DE651}"/>
              </a:ext>
            </a:extLst>
          </p:cNvPr>
          <p:cNvPicPr>
            <a:picLocks noChangeAspect="1"/>
          </p:cNvPicPr>
          <p:nvPr/>
        </p:nvPicPr>
        <p:blipFill>
          <a:blip r:embed="rId10">
            <a:extLst>
              <a:ext uri="{28A0092B-C50C-407E-A947-70E740481C1C}">
                <a14:useLocalDpi xmlns:a14="http://schemas.microsoft.com/office/drawing/2010/main" val="0"/>
              </a:ext>
            </a:extLst>
          </a:blip>
          <a:srcRect l="86" r="86"/>
          <a:stretch/>
        </p:blipFill>
        <p:spPr>
          <a:xfrm>
            <a:off x="3809739" y="1454369"/>
            <a:ext cx="2736851" cy="1483223"/>
          </a:xfrm>
          <a:prstGeom prst="rect">
            <a:avLst/>
          </a:prstGeom>
        </p:spPr>
      </p:pic>
      <p:sp>
        <p:nvSpPr>
          <p:cNvPr id="76" name="TextBox 75">
            <a:extLst>
              <a:ext uri="{FF2B5EF4-FFF2-40B4-BE49-F238E27FC236}">
                <a16:creationId xmlns:a16="http://schemas.microsoft.com/office/drawing/2014/main" id="{9F9607AB-3BB2-A8B6-2B73-6492D3C4B9AE}"/>
              </a:ext>
            </a:extLst>
          </p:cNvPr>
          <p:cNvSpPr txBox="1"/>
          <p:nvPr/>
        </p:nvSpPr>
        <p:spPr>
          <a:xfrm>
            <a:off x="7103424" y="3064058"/>
            <a:ext cx="2103600" cy="284693"/>
          </a:xfrm>
          <a:prstGeom prst="rect">
            <a:avLst/>
          </a:prstGeom>
          <a:noFill/>
        </p:spPr>
        <p:txBody>
          <a:bodyPr wrap="square" rtlCol="0">
            <a:spAutoFit/>
          </a:bodyPr>
          <a:lstStyle/>
          <a:p>
            <a:r>
              <a:rPr lang="en-US" sz="1250" dirty="0">
                <a:solidFill>
                  <a:schemeClr val="tx1"/>
                </a:solidFill>
                <a:latin typeface="Silka Bold" panose="00000800000000000000" pitchFamily="50" charset="0"/>
              </a:rPr>
              <a:t>Saudi Arabia</a:t>
            </a:r>
            <a:endParaRPr lang="en-GB" sz="1250" dirty="0">
              <a:solidFill>
                <a:schemeClr val="tx1"/>
              </a:solidFill>
              <a:latin typeface="Silka Bold" panose="00000800000000000000" pitchFamily="50" charset="0"/>
            </a:endParaRPr>
          </a:p>
        </p:txBody>
      </p:sp>
      <p:pic>
        <p:nvPicPr>
          <p:cNvPr id="77" name="Picture 76">
            <a:extLst>
              <a:ext uri="{FF2B5EF4-FFF2-40B4-BE49-F238E27FC236}">
                <a16:creationId xmlns:a16="http://schemas.microsoft.com/office/drawing/2014/main" id="{2F8BCDD8-88FE-8B0B-26EA-3776299297F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9318916" y="3066267"/>
            <a:ext cx="288000" cy="288000"/>
          </a:xfrm>
          <a:prstGeom prst="rect">
            <a:avLst/>
          </a:prstGeom>
        </p:spPr>
      </p:pic>
      <p:sp>
        <p:nvSpPr>
          <p:cNvPr id="78" name="TextBox 77">
            <a:extLst>
              <a:ext uri="{FF2B5EF4-FFF2-40B4-BE49-F238E27FC236}">
                <a16:creationId xmlns:a16="http://schemas.microsoft.com/office/drawing/2014/main" id="{750AD6F4-D5CE-B883-F9E2-2067B0BD19CB}"/>
              </a:ext>
            </a:extLst>
          </p:cNvPr>
          <p:cNvSpPr txBox="1"/>
          <p:nvPr/>
        </p:nvSpPr>
        <p:spPr>
          <a:xfrm>
            <a:off x="7103423" y="3357626"/>
            <a:ext cx="2434185" cy="597279"/>
          </a:xfrm>
          <a:prstGeom prst="rect">
            <a:avLst/>
          </a:prstGeom>
          <a:noFill/>
        </p:spPr>
        <p:txBody>
          <a:bodyPr wrap="square" rtlCol="0">
            <a:spAutoFit/>
          </a:bodyPr>
          <a:lstStyle/>
          <a:p>
            <a:pPr>
              <a:lnSpc>
                <a:spcPts val="1000"/>
              </a:lnSpc>
            </a:pPr>
            <a:r>
              <a:rPr lang="en-US" sz="750" spc="-20" baseline="0" dirty="0">
                <a:solidFill>
                  <a:schemeClr val="tx2"/>
                </a:solidFill>
                <a:latin typeface="Silka SemiBold" panose="00000700000000000000" pitchFamily="50" charset="0"/>
              </a:rPr>
              <a:t>Increased efficiency in goods clearance </a:t>
            </a:r>
            <a:br>
              <a:rPr lang="en-US" sz="750" spc="-20" baseline="0" dirty="0">
                <a:solidFill>
                  <a:schemeClr val="tx2"/>
                </a:solidFill>
                <a:latin typeface="Silka SemiBold" panose="00000700000000000000" pitchFamily="50" charset="0"/>
              </a:rPr>
            </a:br>
            <a:r>
              <a:rPr lang="en-US" sz="750" spc="-20" baseline="0" dirty="0">
                <a:solidFill>
                  <a:schemeClr val="tx2"/>
                </a:solidFill>
                <a:latin typeface="Silka SemiBold" panose="00000700000000000000" pitchFamily="50" charset="0"/>
              </a:rPr>
              <a:t>and 50% reduction in time needed to bring merchandise into Saudi Arabia; greatly enhancing the Kingdom’s economic competitiveness.</a:t>
            </a:r>
            <a:endParaRPr lang="en-GB" sz="750" spc="-20" baseline="0" dirty="0">
              <a:solidFill>
                <a:schemeClr val="tx2"/>
              </a:solidFill>
              <a:latin typeface="Silka SemiBold" panose="00000700000000000000" pitchFamily="50" charset="0"/>
            </a:endParaRPr>
          </a:p>
        </p:txBody>
      </p:sp>
      <p:sp>
        <p:nvSpPr>
          <p:cNvPr id="79" name="TextBox 78">
            <a:extLst>
              <a:ext uri="{FF2B5EF4-FFF2-40B4-BE49-F238E27FC236}">
                <a16:creationId xmlns:a16="http://schemas.microsoft.com/office/drawing/2014/main" id="{2985B517-1A54-6F41-510B-DF226FB14CA0}"/>
              </a:ext>
            </a:extLst>
          </p:cNvPr>
          <p:cNvSpPr txBox="1"/>
          <p:nvPr/>
        </p:nvSpPr>
        <p:spPr>
          <a:xfrm>
            <a:off x="7103425" y="4037938"/>
            <a:ext cx="2482474" cy="1393971"/>
          </a:xfrm>
          <a:prstGeom prst="rect">
            <a:avLst/>
          </a:prstGeom>
          <a:noFill/>
        </p:spPr>
        <p:txBody>
          <a:bodyPr wrap="square" rtlCol="0">
            <a:spAutoFit/>
          </a:bodyPr>
          <a:lstStyle/>
          <a:p>
            <a:pPr>
              <a:lnSpc>
                <a:spcPts val="900"/>
              </a:lnSpc>
              <a:spcAft>
                <a:spcPts val="600"/>
              </a:spcAft>
            </a:pPr>
            <a:r>
              <a:rPr lang="en-US" sz="700" spc="-20" baseline="0" dirty="0">
                <a:solidFill>
                  <a:schemeClr val="tx1"/>
                </a:solidFill>
                <a:latin typeface="Silka SemiBold" panose="00000700000000000000" pitchFamily="50" charset="0"/>
              </a:rPr>
              <a:t>Customer</a:t>
            </a:r>
            <a:br>
              <a:rPr lang="en-US" sz="700" b="0" spc="-20" baseline="0" dirty="0">
                <a:solidFill>
                  <a:schemeClr val="tx1"/>
                </a:solidFill>
                <a:latin typeface="Silka SemiBold" panose="00000700000000000000" pitchFamily="50" charset="0"/>
              </a:rPr>
            </a:br>
            <a:r>
              <a:rPr lang="en-US" sz="700" b="0" spc="-20" baseline="0" dirty="0">
                <a:solidFill>
                  <a:schemeClr val="tx1"/>
                </a:solidFill>
                <a:latin typeface="Silka" panose="00000500000000000000" pitchFamily="50" charset="0"/>
              </a:rPr>
              <a:t>Public Investment Fund (Ministry of Finance)</a:t>
            </a:r>
          </a:p>
          <a:p>
            <a:pPr>
              <a:lnSpc>
                <a:spcPts val="900"/>
              </a:lnSpc>
              <a:spcAft>
                <a:spcPts val="600"/>
              </a:spcAft>
            </a:pPr>
            <a:r>
              <a:rPr lang="en-US" sz="700" spc="-20" baseline="0" dirty="0">
                <a:solidFill>
                  <a:schemeClr val="tx1"/>
                </a:solidFill>
                <a:latin typeface="Silka Bold" panose="00000800000000000000" pitchFamily="50" charset="0"/>
              </a:rPr>
              <a:t>Project</a:t>
            </a:r>
            <a:br>
              <a:rPr lang="en-US" sz="700" spc="-20" baseline="0" dirty="0">
                <a:solidFill>
                  <a:schemeClr val="tx1"/>
                </a:solidFill>
                <a:latin typeface="Silka" panose="00000500000000000000" pitchFamily="50" charset="0"/>
              </a:rPr>
            </a:br>
            <a:r>
              <a:rPr lang="en-US" sz="700" spc="-20" baseline="0" dirty="0" err="1">
                <a:solidFill>
                  <a:schemeClr val="tx1"/>
                </a:solidFill>
                <a:latin typeface="Silka" panose="00000500000000000000" pitchFamily="50" charset="0"/>
              </a:rPr>
              <a:t>SaudiEDI</a:t>
            </a:r>
            <a:r>
              <a:rPr lang="en-US" sz="700" spc="-20" baseline="0" dirty="0">
                <a:solidFill>
                  <a:schemeClr val="tx1"/>
                </a:solidFill>
                <a:latin typeface="Silka" panose="00000500000000000000" pitchFamily="50" charset="0"/>
              </a:rPr>
              <a:t> – 2002</a:t>
            </a:r>
          </a:p>
          <a:p>
            <a:pPr>
              <a:lnSpc>
                <a:spcPts val="900"/>
              </a:lnSpc>
              <a:spcAft>
                <a:spcPts val="600"/>
              </a:spcAft>
            </a:pPr>
            <a:r>
              <a:rPr lang="en-US" sz="700" spc="-20" baseline="0" dirty="0">
                <a:solidFill>
                  <a:schemeClr val="tx1"/>
                </a:solidFill>
                <a:latin typeface="Silka SemiBold" panose="00000700000000000000" pitchFamily="50" charset="0"/>
              </a:rPr>
              <a:t>Trade Solution</a:t>
            </a:r>
            <a:br>
              <a:rPr lang="en-US" sz="700" spc="-20" baseline="0" dirty="0">
                <a:solidFill>
                  <a:schemeClr val="tx1"/>
                </a:solidFill>
                <a:latin typeface="Silka" panose="00000500000000000000" pitchFamily="50" charset="0"/>
              </a:rPr>
            </a:br>
            <a:r>
              <a:rPr lang="en-US" sz="700" spc="-20" dirty="0">
                <a:latin typeface="Silka" panose="00000500000000000000" pitchFamily="50" charset="0"/>
              </a:rPr>
              <a:t>An electronic application linking the sea ports, airports and dry ports in the Kingdom with the Customs, port authorities and various government agencies, and to provide import and export declarations, manifest submissions and delivery order </a:t>
            </a:r>
            <a:r>
              <a:rPr lang="en-US" sz="700" spc="-20" dirty="0" err="1">
                <a:latin typeface="Silka" panose="00000500000000000000" pitchFamily="50" charset="0"/>
              </a:rPr>
              <a:t>eServices</a:t>
            </a:r>
            <a:r>
              <a:rPr lang="en-US" sz="700" spc="-20" dirty="0">
                <a:latin typeface="Silka" panose="00000500000000000000" pitchFamily="50" charset="0"/>
              </a:rPr>
              <a:t>.</a:t>
            </a:r>
            <a:endParaRPr lang="en-US" sz="700" spc="-20" baseline="0" dirty="0">
              <a:solidFill>
                <a:schemeClr val="tx1"/>
              </a:solidFill>
              <a:latin typeface="Silka" panose="00000500000000000000" pitchFamily="50" charset="0"/>
            </a:endParaRPr>
          </a:p>
        </p:txBody>
      </p:sp>
      <p:sp>
        <p:nvSpPr>
          <p:cNvPr id="80" name="Oval 79">
            <a:extLst>
              <a:ext uri="{FF2B5EF4-FFF2-40B4-BE49-F238E27FC236}">
                <a16:creationId xmlns:a16="http://schemas.microsoft.com/office/drawing/2014/main" id="{35826AC3-015E-CBC4-33DD-EE2C51F84C76}"/>
              </a:ext>
            </a:extLst>
          </p:cNvPr>
          <p:cNvSpPr/>
          <p:nvPr/>
        </p:nvSpPr>
        <p:spPr>
          <a:xfrm>
            <a:off x="8943575" y="3064057"/>
            <a:ext cx="288000" cy="288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TextBox 80">
            <a:extLst>
              <a:ext uri="{FF2B5EF4-FFF2-40B4-BE49-F238E27FC236}">
                <a16:creationId xmlns:a16="http://schemas.microsoft.com/office/drawing/2014/main" id="{1FB5B9F6-2D1F-82B0-170D-A5EFB2CD0035}"/>
              </a:ext>
            </a:extLst>
          </p:cNvPr>
          <p:cNvSpPr txBox="1"/>
          <p:nvPr/>
        </p:nvSpPr>
        <p:spPr>
          <a:xfrm>
            <a:off x="8883151" y="3123310"/>
            <a:ext cx="399696" cy="161583"/>
          </a:xfrm>
          <a:prstGeom prst="rect">
            <a:avLst/>
          </a:prstGeom>
          <a:noFill/>
        </p:spPr>
        <p:txBody>
          <a:bodyPr wrap="square" rtlCol="0">
            <a:spAutoFit/>
          </a:bodyPr>
          <a:lstStyle/>
          <a:p>
            <a:pPr algn="ctr"/>
            <a:r>
              <a:rPr lang="en-US" sz="450" dirty="0">
                <a:solidFill>
                  <a:schemeClr val="bg1"/>
                </a:solidFill>
                <a:latin typeface="Silka SemiBold" panose="00000700000000000000" pitchFamily="50" charset="0"/>
              </a:rPr>
              <a:t>AWARD</a:t>
            </a:r>
            <a:endParaRPr lang="en-US" sz="450" baseline="0" dirty="0">
              <a:solidFill>
                <a:schemeClr val="bg1"/>
              </a:solidFill>
              <a:latin typeface="Silka SemiBold" panose="00000700000000000000" pitchFamily="50" charset="0"/>
            </a:endParaRPr>
          </a:p>
        </p:txBody>
      </p:sp>
      <p:pic>
        <p:nvPicPr>
          <p:cNvPr id="82" name="Picture 81">
            <a:extLst>
              <a:ext uri="{FF2B5EF4-FFF2-40B4-BE49-F238E27FC236}">
                <a16:creationId xmlns:a16="http://schemas.microsoft.com/office/drawing/2014/main" id="{C4A53E4A-DE3A-8A81-683B-1F6DD4C143C4}"/>
              </a:ext>
            </a:extLst>
          </p:cNvPr>
          <p:cNvPicPr>
            <a:picLocks noChangeAspect="1"/>
          </p:cNvPicPr>
          <p:nvPr/>
        </p:nvPicPr>
        <p:blipFill>
          <a:blip r:embed="rId12">
            <a:extLst>
              <a:ext uri="{28A0092B-C50C-407E-A947-70E740481C1C}">
                <a14:useLocalDpi xmlns:a14="http://schemas.microsoft.com/office/drawing/2010/main" val="0"/>
              </a:ext>
            </a:extLst>
          </a:blip>
          <a:srcRect t="51" b="51"/>
          <a:stretch/>
        </p:blipFill>
        <p:spPr>
          <a:xfrm>
            <a:off x="7011036" y="1454903"/>
            <a:ext cx="2736851" cy="1479149"/>
          </a:xfrm>
          <a:prstGeom prst="rect">
            <a:avLst/>
          </a:prstGeom>
        </p:spPr>
      </p:pic>
    </p:spTree>
    <p:extLst>
      <p:ext uri="{BB962C8B-B14F-4D97-AF65-F5344CB8AC3E}">
        <p14:creationId xmlns:p14="http://schemas.microsoft.com/office/powerpoint/2010/main" val="2415611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A719C-4063-1486-4A2D-452F57FA571D}"/>
              </a:ext>
            </a:extLst>
          </p:cNvPr>
          <p:cNvSpPr/>
          <p:nvPr/>
        </p:nvSpPr>
        <p:spPr>
          <a:xfrm>
            <a:off x="3557420" y="1459708"/>
            <a:ext cx="2539624" cy="240769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a:extLst>
              <a:ext uri="{FF2B5EF4-FFF2-40B4-BE49-F238E27FC236}">
                <a16:creationId xmlns:a16="http://schemas.microsoft.com/office/drawing/2014/main" id="{5C0E4CF2-092C-317F-3F5B-D15EB9B79E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3547114" y="3826635"/>
            <a:ext cx="2565555" cy="309293"/>
          </a:xfrm>
          <a:prstGeom prst="rect">
            <a:avLst/>
          </a:prstGeom>
        </p:spPr>
      </p:pic>
      <p:sp>
        <p:nvSpPr>
          <p:cNvPr id="10" name="TextBox 9">
            <a:extLst>
              <a:ext uri="{FF2B5EF4-FFF2-40B4-BE49-F238E27FC236}">
                <a16:creationId xmlns:a16="http://schemas.microsoft.com/office/drawing/2014/main" id="{069D84A2-60B6-D766-C912-81E9EE42183E}"/>
              </a:ext>
            </a:extLst>
          </p:cNvPr>
          <p:cNvSpPr txBox="1"/>
          <p:nvPr/>
        </p:nvSpPr>
        <p:spPr>
          <a:xfrm>
            <a:off x="3642004" y="1549353"/>
            <a:ext cx="1865767" cy="284693"/>
          </a:xfrm>
          <a:prstGeom prst="rect">
            <a:avLst/>
          </a:prstGeom>
          <a:noFill/>
        </p:spPr>
        <p:txBody>
          <a:bodyPr wrap="square" rtlCol="0">
            <a:spAutoFit/>
          </a:bodyPr>
          <a:lstStyle/>
          <a:p>
            <a:r>
              <a:rPr lang="en-US" sz="1250" dirty="0">
                <a:latin typeface="Silka Bold" panose="00000800000000000000" pitchFamily="50" charset="0"/>
              </a:rPr>
              <a:t>Thailand</a:t>
            </a:r>
            <a:endParaRPr lang="en-GB" sz="1250" dirty="0">
              <a:latin typeface="Silka Bold" panose="00000800000000000000" pitchFamily="50" charset="0"/>
            </a:endParaRPr>
          </a:p>
        </p:txBody>
      </p:sp>
      <p:sp>
        <p:nvSpPr>
          <p:cNvPr id="11" name="TextBox 10">
            <a:extLst>
              <a:ext uri="{FF2B5EF4-FFF2-40B4-BE49-F238E27FC236}">
                <a16:creationId xmlns:a16="http://schemas.microsoft.com/office/drawing/2014/main" id="{B4DFD165-6469-789A-B773-E0B80F167CCD}"/>
              </a:ext>
            </a:extLst>
          </p:cNvPr>
          <p:cNvSpPr txBox="1"/>
          <p:nvPr/>
        </p:nvSpPr>
        <p:spPr>
          <a:xfrm>
            <a:off x="3646440" y="1817347"/>
            <a:ext cx="2314513" cy="551236"/>
          </a:xfrm>
          <a:prstGeom prst="rect">
            <a:avLst/>
          </a:prstGeom>
          <a:noFill/>
        </p:spPr>
        <p:txBody>
          <a:bodyPr wrap="square" rtlCol="0">
            <a:spAutoFit/>
          </a:bodyPr>
          <a:lstStyle/>
          <a:p>
            <a:pPr>
              <a:lnSpc>
                <a:spcPts val="1000"/>
              </a:lnSpc>
            </a:pPr>
            <a:r>
              <a:rPr lang="en-US" sz="750" spc="-20" baseline="0" dirty="0">
                <a:solidFill>
                  <a:schemeClr val="tx2"/>
                </a:solidFill>
                <a:latin typeface="Silka SemiBold" panose="00000700000000000000" pitchFamily="50" charset="0"/>
              </a:rPr>
              <a:t>Increased efficiency and transparency of Thai Arbitration Institute. Improved arbitral proceedings by providing the administration with promptness and effectiveness.</a:t>
            </a:r>
            <a:endParaRPr lang="en-GB" sz="750" spc="-20" baseline="0" dirty="0">
              <a:solidFill>
                <a:schemeClr val="tx2"/>
              </a:solidFill>
              <a:latin typeface="Silka SemiBold" panose="00000700000000000000" pitchFamily="50" charset="0"/>
            </a:endParaRPr>
          </a:p>
        </p:txBody>
      </p:sp>
      <p:sp>
        <p:nvSpPr>
          <p:cNvPr id="12" name="TextBox 11">
            <a:extLst>
              <a:ext uri="{FF2B5EF4-FFF2-40B4-BE49-F238E27FC236}">
                <a16:creationId xmlns:a16="http://schemas.microsoft.com/office/drawing/2014/main" id="{D73B58FC-8F90-C30E-FEE4-001C5A07F8C5}"/>
              </a:ext>
            </a:extLst>
          </p:cNvPr>
          <p:cNvSpPr txBox="1"/>
          <p:nvPr/>
        </p:nvSpPr>
        <p:spPr>
          <a:xfrm>
            <a:off x="3634291" y="2461037"/>
            <a:ext cx="2385884" cy="1509388"/>
          </a:xfrm>
          <a:prstGeom prst="rect">
            <a:avLst/>
          </a:prstGeom>
          <a:noFill/>
        </p:spPr>
        <p:txBody>
          <a:bodyPr wrap="square" rtlCol="0">
            <a:spAutoFit/>
          </a:bodyPr>
          <a:lstStyle/>
          <a:p>
            <a:pPr>
              <a:lnSpc>
                <a:spcPts val="900"/>
              </a:lnSpc>
              <a:spcAft>
                <a:spcPts val="600"/>
              </a:spcAft>
            </a:pPr>
            <a:r>
              <a:rPr lang="en-US" sz="700" spc="-20" baseline="0" dirty="0">
                <a:latin typeface="Silka SemiBold" panose="00000700000000000000" pitchFamily="50" charset="0"/>
              </a:rPr>
              <a:t>Customer</a:t>
            </a:r>
            <a:br>
              <a:rPr lang="en-US" sz="700" spc="-20" baseline="0" dirty="0">
                <a:latin typeface="Silka SemiBold" panose="00000700000000000000" pitchFamily="50" charset="0"/>
              </a:rPr>
            </a:br>
            <a:r>
              <a:rPr lang="en-US" sz="700" spc="-20" baseline="0" dirty="0">
                <a:latin typeface="Silka" panose="00000500000000000000" pitchFamily="50" charset="0"/>
              </a:rPr>
              <a:t>Thai Arbitration Institute</a:t>
            </a:r>
          </a:p>
          <a:p>
            <a:pPr>
              <a:lnSpc>
                <a:spcPts val="900"/>
              </a:lnSpc>
              <a:spcAft>
                <a:spcPts val="600"/>
              </a:spcAft>
            </a:pPr>
            <a:r>
              <a:rPr lang="en-US" sz="700" spc="-20" baseline="0" dirty="0">
                <a:latin typeface="Silka Bold" panose="00000800000000000000" pitchFamily="50" charset="0"/>
              </a:rPr>
              <a:t>Project</a:t>
            </a:r>
            <a:br>
              <a:rPr lang="en-US" sz="700" spc="-20" baseline="0" dirty="0">
                <a:latin typeface="Silka" panose="00000500000000000000" pitchFamily="50" charset="0"/>
              </a:rPr>
            </a:br>
            <a:r>
              <a:rPr lang="en-US" sz="700" spc="-20" dirty="0">
                <a:latin typeface="Silka" panose="00000500000000000000" pitchFamily="50" charset="0"/>
              </a:rPr>
              <a:t>E-Arbitration System (EASY) </a:t>
            </a:r>
            <a:r>
              <a:rPr lang="en-US" sz="700" spc="-20" baseline="0" dirty="0">
                <a:latin typeface="Silka" panose="00000500000000000000" pitchFamily="50" charset="0"/>
              </a:rPr>
              <a:t>– 2019</a:t>
            </a:r>
          </a:p>
          <a:p>
            <a:pPr>
              <a:lnSpc>
                <a:spcPts val="900"/>
              </a:lnSpc>
              <a:spcAft>
                <a:spcPts val="600"/>
              </a:spcAft>
            </a:pPr>
            <a:r>
              <a:rPr lang="en-US" sz="700" spc="-20" baseline="0" dirty="0">
                <a:latin typeface="Silka SemiBold" panose="00000700000000000000" pitchFamily="50" charset="0"/>
              </a:rPr>
              <a:t>Tech Solution</a:t>
            </a:r>
            <a:br>
              <a:rPr lang="en-US" sz="700" spc="-20" baseline="0" dirty="0">
                <a:latin typeface="Silka" panose="00000500000000000000" pitchFamily="50" charset="0"/>
              </a:rPr>
            </a:br>
            <a:r>
              <a:rPr lang="en-US" sz="700" spc="-20" baseline="0" dirty="0">
                <a:latin typeface="Silka" panose="00000500000000000000" pitchFamily="50" charset="0"/>
              </a:rPr>
              <a:t>Thai Arbitration Institute is responsible for dispute resolution by arbitration targeting both commercial and civil matters. An internet-based electronic case filing and management system supporting TAI in arbitral proceedings and streamlines the arbitration processes.</a:t>
            </a:r>
          </a:p>
        </p:txBody>
      </p:sp>
      <p:pic>
        <p:nvPicPr>
          <p:cNvPr id="13" name="Picture 12">
            <a:extLst>
              <a:ext uri="{FF2B5EF4-FFF2-40B4-BE49-F238E27FC236}">
                <a16:creationId xmlns:a16="http://schemas.microsoft.com/office/drawing/2014/main" id="{9E36D7A3-6914-A438-CDCF-90002B18831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693707" y="1555794"/>
            <a:ext cx="267245" cy="265799"/>
          </a:xfrm>
          <a:prstGeom prst="rect">
            <a:avLst/>
          </a:prstGeom>
        </p:spPr>
      </p:pic>
      <p:pic>
        <p:nvPicPr>
          <p:cNvPr id="14" name="Picture 13">
            <a:extLst>
              <a:ext uri="{FF2B5EF4-FFF2-40B4-BE49-F238E27FC236}">
                <a16:creationId xmlns:a16="http://schemas.microsoft.com/office/drawing/2014/main" id="{39FC0732-139F-4AC6-C6F3-FC3135AF9F31}"/>
              </a:ext>
            </a:extLst>
          </p:cNvPr>
          <p:cNvPicPr>
            <a:picLocks noChangeAspect="1"/>
          </p:cNvPicPr>
          <p:nvPr/>
        </p:nvPicPr>
        <p:blipFill>
          <a:blip r:embed="rId6">
            <a:extLst>
              <a:ext uri="{28A0092B-C50C-407E-A947-70E740481C1C}">
                <a14:useLocalDpi xmlns:a14="http://schemas.microsoft.com/office/drawing/2010/main" val="0"/>
              </a:ext>
            </a:extLst>
          </a:blip>
          <a:srcRect l="5" r="5"/>
          <a:stretch/>
        </p:blipFill>
        <p:spPr>
          <a:xfrm>
            <a:off x="623888" y="1460243"/>
            <a:ext cx="2938667" cy="2675686"/>
          </a:xfrm>
          <a:prstGeom prst="rect">
            <a:avLst/>
          </a:prstGeom>
        </p:spPr>
      </p:pic>
      <p:sp>
        <p:nvSpPr>
          <p:cNvPr id="34" name="Text Placeholder 32">
            <a:extLst>
              <a:ext uri="{FF2B5EF4-FFF2-40B4-BE49-F238E27FC236}">
                <a16:creationId xmlns:a16="http://schemas.microsoft.com/office/drawing/2014/main" id="{1E20B613-6C30-DC59-D664-E22A90A4D815}"/>
              </a:ext>
            </a:extLst>
          </p:cNvPr>
          <p:cNvSpPr>
            <a:spLocks noGrp="1"/>
          </p:cNvSpPr>
          <p:nvPr>
            <p:ph type="body" sz="quarter" idx="10"/>
          </p:nvPr>
        </p:nvSpPr>
        <p:spPr>
          <a:xfrm>
            <a:off x="544370" y="560320"/>
            <a:ext cx="3552825" cy="558272"/>
          </a:xfrm>
        </p:spPr>
        <p:txBody>
          <a:bodyPr/>
          <a:lstStyle/>
          <a:p>
            <a:r>
              <a:rPr lang="en-US" dirty="0"/>
              <a:t>Action headline</a:t>
            </a:r>
          </a:p>
          <a:p>
            <a:r>
              <a:rPr lang="en-US" dirty="0">
                <a:solidFill>
                  <a:schemeClr val="tx2"/>
                </a:solidFill>
              </a:rPr>
              <a:t>Benefit headline</a:t>
            </a:r>
          </a:p>
        </p:txBody>
      </p:sp>
      <p:sp>
        <p:nvSpPr>
          <p:cNvPr id="48" name="Rectangle 47">
            <a:extLst>
              <a:ext uri="{FF2B5EF4-FFF2-40B4-BE49-F238E27FC236}">
                <a16:creationId xmlns:a16="http://schemas.microsoft.com/office/drawing/2014/main" id="{20B6EB2E-A681-F3A7-77E2-04EE1791C5A7}"/>
              </a:ext>
            </a:extLst>
          </p:cNvPr>
          <p:cNvSpPr/>
          <p:nvPr/>
        </p:nvSpPr>
        <p:spPr>
          <a:xfrm>
            <a:off x="9028873" y="1460841"/>
            <a:ext cx="2539056" cy="243878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9" name="Graphic 48">
            <a:extLst>
              <a:ext uri="{FF2B5EF4-FFF2-40B4-BE49-F238E27FC236}">
                <a16:creationId xmlns:a16="http://schemas.microsoft.com/office/drawing/2014/main" id="{AB047A51-4199-6537-F6F9-98EBB61DD3F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9018571" y="3858255"/>
            <a:ext cx="2564980" cy="313916"/>
          </a:xfrm>
          <a:prstGeom prst="rect">
            <a:avLst/>
          </a:prstGeom>
        </p:spPr>
      </p:pic>
      <p:sp>
        <p:nvSpPr>
          <p:cNvPr id="50" name="TextBox 49">
            <a:extLst>
              <a:ext uri="{FF2B5EF4-FFF2-40B4-BE49-F238E27FC236}">
                <a16:creationId xmlns:a16="http://schemas.microsoft.com/office/drawing/2014/main" id="{EB9C51B7-0114-09C8-7DCE-D83E9C0E8429}"/>
              </a:ext>
            </a:extLst>
          </p:cNvPr>
          <p:cNvSpPr txBox="1"/>
          <p:nvPr/>
        </p:nvSpPr>
        <p:spPr>
          <a:xfrm>
            <a:off x="9113439" y="1546939"/>
            <a:ext cx="1865349" cy="284693"/>
          </a:xfrm>
          <a:prstGeom prst="rect">
            <a:avLst/>
          </a:prstGeom>
          <a:noFill/>
        </p:spPr>
        <p:txBody>
          <a:bodyPr wrap="square" rtlCol="0">
            <a:spAutoFit/>
          </a:bodyPr>
          <a:lstStyle/>
          <a:p>
            <a:r>
              <a:rPr lang="en-US" sz="1250" dirty="0">
                <a:latin typeface="Silka Bold" panose="00000800000000000000" pitchFamily="50" charset="0"/>
              </a:rPr>
              <a:t>Suriname</a:t>
            </a:r>
            <a:endParaRPr lang="en-GB" sz="1250" dirty="0">
              <a:latin typeface="Silka Bold" panose="00000800000000000000" pitchFamily="50" charset="0"/>
            </a:endParaRPr>
          </a:p>
        </p:txBody>
      </p:sp>
      <p:sp>
        <p:nvSpPr>
          <p:cNvPr id="51" name="TextBox 50">
            <a:extLst>
              <a:ext uri="{FF2B5EF4-FFF2-40B4-BE49-F238E27FC236}">
                <a16:creationId xmlns:a16="http://schemas.microsoft.com/office/drawing/2014/main" id="{875C582E-B095-60F2-E55C-ECFE6F58E93B}"/>
              </a:ext>
            </a:extLst>
          </p:cNvPr>
          <p:cNvSpPr txBox="1"/>
          <p:nvPr/>
        </p:nvSpPr>
        <p:spPr>
          <a:xfrm>
            <a:off x="9117875" y="1818938"/>
            <a:ext cx="2169529" cy="439352"/>
          </a:xfrm>
          <a:prstGeom prst="rect">
            <a:avLst/>
          </a:prstGeom>
          <a:noFill/>
        </p:spPr>
        <p:txBody>
          <a:bodyPr wrap="square" rtlCol="0">
            <a:spAutoFit/>
          </a:bodyPr>
          <a:lstStyle/>
          <a:p>
            <a:pPr>
              <a:lnSpc>
                <a:spcPts val="1000"/>
              </a:lnSpc>
            </a:pPr>
            <a:r>
              <a:rPr lang="en-US" sz="750" spc="-20" baseline="0" dirty="0">
                <a:solidFill>
                  <a:schemeClr val="tx2"/>
                </a:solidFill>
                <a:latin typeface="Silka SemiBold" panose="00000700000000000000" pitchFamily="50" charset="0"/>
              </a:rPr>
              <a:t>The Electronic Single Window improves </a:t>
            </a:r>
            <a:br>
              <a:rPr lang="en-US" sz="750" spc="-20" baseline="0" dirty="0">
                <a:solidFill>
                  <a:schemeClr val="tx2"/>
                </a:solidFill>
                <a:latin typeface="Silka SemiBold" panose="00000700000000000000" pitchFamily="50" charset="0"/>
              </a:rPr>
            </a:br>
            <a:r>
              <a:rPr lang="en-US" sz="750" spc="-20" baseline="0" dirty="0">
                <a:solidFill>
                  <a:schemeClr val="tx2"/>
                </a:solidFill>
                <a:latin typeface="Silka SemiBold" panose="00000700000000000000" pitchFamily="50" charset="0"/>
              </a:rPr>
              <a:t>the country’s business competitiveness </a:t>
            </a:r>
            <a:br>
              <a:rPr lang="en-US" sz="750" spc="-20" baseline="0" dirty="0">
                <a:solidFill>
                  <a:schemeClr val="tx2"/>
                </a:solidFill>
                <a:latin typeface="Silka SemiBold" panose="00000700000000000000" pitchFamily="50" charset="0"/>
              </a:rPr>
            </a:br>
            <a:r>
              <a:rPr lang="en-US" sz="750" spc="-20" baseline="0" dirty="0">
                <a:solidFill>
                  <a:schemeClr val="tx2"/>
                </a:solidFill>
                <a:latin typeface="Silka SemiBold" panose="00000700000000000000" pitchFamily="50" charset="0"/>
              </a:rPr>
              <a:t>and increases efficiencies.</a:t>
            </a:r>
            <a:endParaRPr lang="en-GB" sz="750" spc="-20" baseline="0" dirty="0">
              <a:solidFill>
                <a:schemeClr val="tx2"/>
              </a:solidFill>
              <a:latin typeface="Silka SemiBold" panose="00000700000000000000" pitchFamily="50" charset="0"/>
            </a:endParaRPr>
          </a:p>
        </p:txBody>
      </p:sp>
      <p:sp>
        <p:nvSpPr>
          <p:cNvPr id="52" name="TextBox 51">
            <a:extLst>
              <a:ext uri="{FF2B5EF4-FFF2-40B4-BE49-F238E27FC236}">
                <a16:creationId xmlns:a16="http://schemas.microsoft.com/office/drawing/2014/main" id="{32B7B956-5BFC-ABEC-C4EE-324BB0BA1660}"/>
              </a:ext>
            </a:extLst>
          </p:cNvPr>
          <p:cNvSpPr txBox="1"/>
          <p:nvPr/>
        </p:nvSpPr>
        <p:spPr>
          <a:xfrm>
            <a:off x="9105728" y="2342468"/>
            <a:ext cx="2385349" cy="1701748"/>
          </a:xfrm>
          <a:prstGeom prst="rect">
            <a:avLst/>
          </a:prstGeom>
          <a:noFill/>
        </p:spPr>
        <p:txBody>
          <a:bodyPr wrap="square" rtlCol="0">
            <a:spAutoFit/>
          </a:bodyPr>
          <a:lstStyle/>
          <a:p>
            <a:pPr>
              <a:lnSpc>
                <a:spcPts val="900"/>
              </a:lnSpc>
              <a:spcAft>
                <a:spcPts val="600"/>
              </a:spcAft>
            </a:pPr>
            <a:r>
              <a:rPr lang="en-US" sz="700" spc="-20" baseline="0" dirty="0">
                <a:latin typeface="Silka SemiBold" panose="00000700000000000000" pitchFamily="50" charset="0"/>
              </a:rPr>
              <a:t>Customer</a:t>
            </a:r>
            <a:br>
              <a:rPr lang="en-US" sz="700" spc="-20" baseline="0" dirty="0">
                <a:latin typeface="Silka SemiBold" panose="00000700000000000000" pitchFamily="50" charset="0"/>
              </a:rPr>
            </a:br>
            <a:r>
              <a:rPr lang="en-US" sz="700" spc="-20" baseline="0" dirty="0">
                <a:latin typeface="Silka" panose="00000500000000000000" pitchFamily="50" charset="0"/>
              </a:rPr>
              <a:t>Ministry of Trade, Industry &amp; Tourism (MTIT)</a:t>
            </a:r>
          </a:p>
          <a:p>
            <a:pPr>
              <a:lnSpc>
                <a:spcPts val="900"/>
              </a:lnSpc>
              <a:spcAft>
                <a:spcPts val="600"/>
              </a:spcAft>
            </a:pPr>
            <a:r>
              <a:rPr lang="en-US" sz="700" spc="-20" baseline="0" dirty="0">
                <a:latin typeface="Silka Bold" panose="00000800000000000000" pitchFamily="50" charset="0"/>
              </a:rPr>
              <a:t>Project</a:t>
            </a:r>
            <a:br>
              <a:rPr lang="en-US" sz="700" spc="-20" baseline="0" dirty="0">
                <a:latin typeface="Silka" panose="00000500000000000000" pitchFamily="50" charset="0"/>
              </a:rPr>
            </a:br>
            <a:r>
              <a:rPr lang="en-US" sz="700" spc="-20" baseline="0" dirty="0">
                <a:latin typeface="Silka" panose="00000500000000000000" pitchFamily="50" charset="0"/>
              </a:rPr>
              <a:t>Suriname Electronic Single Window – 2017</a:t>
            </a:r>
          </a:p>
          <a:p>
            <a:pPr>
              <a:lnSpc>
                <a:spcPts val="900"/>
              </a:lnSpc>
              <a:spcAft>
                <a:spcPts val="600"/>
              </a:spcAft>
            </a:pPr>
            <a:r>
              <a:rPr lang="en-US" sz="700" spc="-20" baseline="0" dirty="0">
                <a:latin typeface="Silka SemiBold" panose="00000700000000000000" pitchFamily="50" charset="0"/>
              </a:rPr>
              <a:t>Trade Solution</a:t>
            </a:r>
            <a:br>
              <a:rPr lang="en-US" sz="700" spc="-20" baseline="0" dirty="0">
                <a:latin typeface="Silka" panose="00000500000000000000" pitchFamily="50" charset="0"/>
              </a:rPr>
            </a:br>
            <a:r>
              <a:rPr lang="en-US" sz="700" spc="-20" baseline="0" dirty="0">
                <a:latin typeface="Silka" panose="00000500000000000000" pitchFamily="50" charset="0"/>
              </a:rPr>
              <a:t>An Electronic Single Window that integrates Import and Export operations, including Foreign Currency Control Division (a division of MTIT), Customs and Other Government Agency (OGA) operations.</a:t>
            </a:r>
          </a:p>
          <a:p>
            <a:pPr>
              <a:lnSpc>
                <a:spcPts val="900"/>
              </a:lnSpc>
              <a:spcAft>
                <a:spcPts val="600"/>
              </a:spcAft>
            </a:pPr>
            <a:r>
              <a:rPr lang="en-US" sz="700" spc="-20" dirty="0">
                <a:latin typeface="Silka" panose="00000500000000000000" pitchFamily="50" charset="0"/>
              </a:rPr>
              <a:t>It provides automation and advanced trade analytics, linking Government with the trading community electronically for increased efficiencies.</a:t>
            </a:r>
            <a:endParaRPr lang="en-US" sz="700" spc="-20" baseline="0" dirty="0">
              <a:latin typeface="Silka" panose="00000500000000000000" pitchFamily="50" charset="0"/>
            </a:endParaRPr>
          </a:p>
        </p:txBody>
      </p:sp>
      <p:pic>
        <p:nvPicPr>
          <p:cNvPr id="53" name="Picture 52">
            <a:extLst>
              <a:ext uri="{FF2B5EF4-FFF2-40B4-BE49-F238E27FC236}">
                <a16:creationId xmlns:a16="http://schemas.microsoft.com/office/drawing/2014/main" id="{DF4AFC6D-D2DB-31EB-804C-B9735BB0EC78}"/>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1164683" y="1553476"/>
            <a:ext cx="267186" cy="269771"/>
          </a:xfrm>
          <a:prstGeom prst="rect">
            <a:avLst/>
          </a:prstGeom>
        </p:spPr>
      </p:pic>
      <p:pic>
        <p:nvPicPr>
          <p:cNvPr id="54" name="Picture 53">
            <a:extLst>
              <a:ext uri="{FF2B5EF4-FFF2-40B4-BE49-F238E27FC236}">
                <a16:creationId xmlns:a16="http://schemas.microsoft.com/office/drawing/2014/main" id="{3D8498D9-B4BD-9B94-9E63-804A75452230}"/>
              </a:ext>
            </a:extLst>
          </p:cNvPr>
          <p:cNvPicPr>
            <a:picLocks noChangeAspect="1"/>
          </p:cNvPicPr>
          <p:nvPr/>
        </p:nvPicPr>
        <p:blipFill>
          <a:blip r:embed="rId10">
            <a:extLst>
              <a:ext uri="{28A0092B-C50C-407E-A947-70E740481C1C}">
                <a14:useLocalDpi xmlns:a14="http://schemas.microsoft.com/office/drawing/2010/main" val="0"/>
              </a:ext>
            </a:extLst>
          </a:blip>
          <a:srcRect t="96" b="96"/>
          <a:stretch/>
        </p:blipFill>
        <p:spPr>
          <a:xfrm>
            <a:off x="6096000" y="1459708"/>
            <a:ext cx="2938008" cy="2712463"/>
          </a:xfrm>
          <a:prstGeom prst="rect">
            <a:avLst/>
          </a:prstGeom>
        </p:spPr>
      </p:pic>
    </p:spTree>
    <p:extLst>
      <p:ext uri="{BB962C8B-B14F-4D97-AF65-F5344CB8AC3E}">
        <p14:creationId xmlns:p14="http://schemas.microsoft.com/office/powerpoint/2010/main" val="2233415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3AC74CC-6EC7-933C-59CC-39ED643866A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206910" y="1611273"/>
            <a:ext cx="1755616" cy="1169371"/>
          </a:xfrm>
          <a:prstGeom prst="rect">
            <a:avLst/>
          </a:prstGeom>
        </p:spPr>
      </p:pic>
      <p:sp>
        <p:nvSpPr>
          <p:cNvPr id="2" name="Text Placeholder 1">
            <a:extLst>
              <a:ext uri="{FF2B5EF4-FFF2-40B4-BE49-F238E27FC236}">
                <a16:creationId xmlns:a16="http://schemas.microsoft.com/office/drawing/2014/main" id="{08950FF1-C5A0-DD9F-7902-EF4B50D52B34}"/>
              </a:ext>
            </a:extLst>
          </p:cNvPr>
          <p:cNvSpPr>
            <a:spLocks noGrp="1"/>
          </p:cNvSpPr>
          <p:nvPr>
            <p:ph type="body" sz="quarter" idx="10"/>
          </p:nvPr>
        </p:nvSpPr>
        <p:spPr/>
        <p:txBody>
          <a:bodyPr/>
          <a:lstStyle/>
          <a:p>
            <a:r>
              <a:rPr lang="en-US" dirty="0"/>
              <a:t>Action headline</a:t>
            </a:r>
          </a:p>
          <a:p>
            <a:r>
              <a:rPr lang="en-US" dirty="0">
                <a:solidFill>
                  <a:schemeClr val="tx2"/>
                </a:solidFill>
              </a:rPr>
              <a:t>Benefit headline</a:t>
            </a:r>
            <a:endParaRPr lang="en-GB" dirty="0">
              <a:solidFill>
                <a:schemeClr val="tx2"/>
              </a:solidFill>
            </a:endParaRPr>
          </a:p>
        </p:txBody>
      </p:sp>
      <p:sp>
        <p:nvSpPr>
          <p:cNvPr id="11" name="TextBox 10">
            <a:extLst>
              <a:ext uri="{FF2B5EF4-FFF2-40B4-BE49-F238E27FC236}">
                <a16:creationId xmlns:a16="http://schemas.microsoft.com/office/drawing/2014/main" id="{8BAB353E-C248-4BAC-99CA-ADA9872CACE5}"/>
              </a:ext>
            </a:extLst>
          </p:cNvPr>
          <p:cNvSpPr txBox="1"/>
          <p:nvPr/>
        </p:nvSpPr>
        <p:spPr>
          <a:xfrm>
            <a:off x="534359" y="1788263"/>
            <a:ext cx="1865767" cy="284693"/>
          </a:xfrm>
          <a:prstGeom prst="rect">
            <a:avLst/>
          </a:prstGeom>
          <a:noFill/>
        </p:spPr>
        <p:txBody>
          <a:bodyPr wrap="square" rtlCol="0">
            <a:spAutoFit/>
          </a:bodyPr>
          <a:lstStyle/>
          <a:p>
            <a:r>
              <a:rPr lang="en-US" sz="1250" dirty="0">
                <a:latin typeface="Silka Bold" panose="00000800000000000000" pitchFamily="50" charset="0"/>
              </a:rPr>
              <a:t>Digital port</a:t>
            </a:r>
            <a:endParaRPr lang="en-GB" sz="1250" dirty="0">
              <a:latin typeface="Silka Bold" panose="00000800000000000000" pitchFamily="50" charset="0"/>
            </a:endParaRPr>
          </a:p>
        </p:txBody>
      </p:sp>
      <p:sp>
        <p:nvSpPr>
          <p:cNvPr id="12" name="TextBox 11">
            <a:extLst>
              <a:ext uri="{FF2B5EF4-FFF2-40B4-BE49-F238E27FC236}">
                <a16:creationId xmlns:a16="http://schemas.microsoft.com/office/drawing/2014/main" id="{2BAEB75C-495B-3F91-1651-4092A647DE50}"/>
              </a:ext>
            </a:extLst>
          </p:cNvPr>
          <p:cNvSpPr txBox="1"/>
          <p:nvPr/>
        </p:nvSpPr>
        <p:spPr>
          <a:xfrm>
            <a:off x="538796" y="2056257"/>
            <a:ext cx="1927090" cy="646972"/>
          </a:xfrm>
          <a:prstGeom prst="rect">
            <a:avLst/>
          </a:prstGeom>
          <a:noFill/>
        </p:spPr>
        <p:txBody>
          <a:bodyPr wrap="square" rtlCol="0">
            <a:spAutoFit/>
          </a:bodyPr>
          <a:lstStyle/>
          <a:p>
            <a:pPr>
              <a:lnSpc>
                <a:spcPts val="1100"/>
              </a:lnSpc>
            </a:pPr>
            <a:r>
              <a:rPr lang="en-US" sz="800" b="0" i="0" dirty="0">
                <a:solidFill>
                  <a:srgbClr val="000000"/>
                </a:solidFill>
                <a:effectLst/>
                <a:latin typeface="Silka" panose="00000500000000000000" pitchFamily="50" charset="0"/>
              </a:rPr>
              <a:t>We </a:t>
            </a:r>
            <a:r>
              <a:rPr lang="en-US" sz="800" b="0" i="0" dirty="0" err="1">
                <a:solidFill>
                  <a:srgbClr val="000000"/>
                </a:solidFill>
                <a:effectLst/>
                <a:latin typeface="Silka" panose="00000500000000000000" pitchFamily="50" charset="0"/>
              </a:rPr>
              <a:t>digitalise</a:t>
            </a:r>
            <a:r>
              <a:rPr lang="en-US" sz="800" b="0" i="0" dirty="0">
                <a:solidFill>
                  <a:srgbClr val="000000"/>
                </a:solidFill>
                <a:effectLst/>
                <a:latin typeface="Silka" panose="00000500000000000000" pitchFamily="50" charset="0"/>
              </a:rPr>
              <a:t> port management services and integrate port users, LSPs and government agencies into a digital port ecosystem.</a:t>
            </a:r>
            <a:endParaRPr lang="en-GB" sz="750" spc="-20" baseline="0" dirty="0"/>
          </a:p>
        </p:txBody>
      </p:sp>
      <p:cxnSp>
        <p:nvCxnSpPr>
          <p:cNvPr id="4" name="Straight Connector 3">
            <a:extLst>
              <a:ext uri="{FF2B5EF4-FFF2-40B4-BE49-F238E27FC236}">
                <a16:creationId xmlns:a16="http://schemas.microsoft.com/office/drawing/2014/main" id="{F5C67F66-0E1A-AB9B-61E3-D7E575D43AAB}"/>
              </a:ext>
            </a:extLst>
          </p:cNvPr>
          <p:cNvCxnSpPr>
            <a:cxnSpLocks/>
          </p:cNvCxnSpPr>
          <p:nvPr/>
        </p:nvCxnSpPr>
        <p:spPr>
          <a:xfrm>
            <a:off x="627209" y="2780680"/>
            <a:ext cx="3160310"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pic>
        <p:nvPicPr>
          <p:cNvPr id="9" name="Picture 8">
            <a:extLst>
              <a:ext uri="{FF2B5EF4-FFF2-40B4-BE49-F238E27FC236}">
                <a16:creationId xmlns:a16="http://schemas.microsoft.com/office/drawing/2014/main" id="{CC4B2CB1-6BDB-14DC-BE7D-22819F7F355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096000" y="1769841"/>
            <a:ext cx="1619250" cy="1077424"/>
          </a:xfrm>
          <a:prstGeom prst="rect">
            <a:avLst/>
          </a:prstGeom>
        </p:spPr>
      </p:pic>
      <p:sp>
        <p:nvSpPr>
          <p:cNvPr id="10" name="TextBox 9">
            <a:extLst>
              <a:ext uri="{FF2B5EF4-FFF2-40B4-BE49-F238E27FC236}">
                <a16:creationId xmlns:a16="http://schemas.microsoft.com/office/drawing/2014/main" id="{492E4746-7107-7996-8F03-1A4CEBAD044F}"/>
              </a:ext>
            </a:extLst>
          </p:cNvPr>
          <p:cNvSpPr txBox="1"/>
          <p:nvPr/>
        </p:nvSpPr>
        <p:spPr>
          <a:xfrm>
            <a:off x="4344359" y="1788263"/>
            <a:ext cx="1865767" cy="284693"/>
          </a:xfrm>
          <a:prstGeom prst="rect">
            <a:avLst/>
          </a:prstGeom>
          <a:noFill/>
        </p:spPr>
        <p:txBody>
          <a:bodyPr wrap="square" rtlCol="0">
            <a:spAutoFit/>
          </a:bodyPr>
          <a:lstStyle/>
          <a:p>
            <a:r>
              <a:rPr lang="en-US" sz="1250" dirty="0">
                <a:latin typeface="Silka Bold" panose="00000800000000000000" pitchFamily="50" charset="0"/>
              </a:rPr>
              <a:t>Logistics</a:t>
            </a:r>
            <a:endParaRPr lang="en-GB" sz="1250" dirty="0">
              <a:latin typeface="Silka Bold" panose="00000800000000000000" pitchFamily="50" charset="0"/>
            </a:endParaRPr>
          </a:p>
        </p:txBody>
      </p:sp>
      <p:sp>
        <p:nvSpPr>
          <p:cNvPr id="13" name="TextBox 12">
            <a:extLst>
              <a:ext uri="{FF2B5EF4-FFF2-40B4-BE49-F238E27FC236}">
                <a16:creationId xmlns:a16="http://schemas.microsoft.com/office/drawing/2014/main" id="{FD4293CF-2DBE-0458-008B-041506ACFD28}"/>
              </a:ext>
            </a:extLst>
          </p:cNvPr>
          <p:cNvSpPr txBox="1"/>
          <p:nvPr/>
        </p:nvSpPr>
        <p:spPr>
          <a:xfrm>
            <a:off x="4348796" y="2056257"/>
            <a:ext cx="1810341" cy="646972"/>
          </a:xfrm>
          <a:prstGeom prst="rect">
            <a:avLst/>
          </a:prstGeom>
          <a:noFill/>
        </p:spPr>
        <p:txBody>
          <a:bodyPr wrap="square" rtlCol="0">
            <a:spAutoFit/>
          </a:bodyPr>
          <a:lstStyle/>
          <a:p>
            <a:pPr>
              <a:lnSpc>
                <a:spcPts val="1100"/>
              </a:lnSpc>
            </a:pPr>
            <a:r>
              <a:rPr lang="en-US" sz="800" b="0" i="0" dirty="0">
                <a:solidFill>
                  <a:srgbClr val="000000"/>
                </a:solidFill>
                <a:effectLst/>
                <a:latin typeface="Silka" panose="00000500000000000000" pitchFamily="50" charset="0"/>
              </a:rPr>
              <a:t>Digitally book and manage ocean freight services through a cloud-based platform with over 80 ocean carriers globally.</a:t>
            </a:r>
            <a:endParaRPr lang="en-GB" sz="750" spc="-20" baseline="0" dirty="0"/>
          </a:p>
        </p:txBody>
      </p:sp>
      <p:cxnSp>
        <p:nvCxnSpPr>
          <p:cNvPr id="14" name="Straight Connector 13">
            <a:extLst>
              <a:ext uri="{FF2B5EF4-FFF2-40B4-BE49-F238E27FC236}">
                <a16:creationId xmlns:a16="http://schemas.microsoft.com/office/drawing/2014/main" id="{ADF6BA1F-5AF4-FCA5-3540-3E9E14D5948D}"/>
              </a:ext>
            </a:extLst>
          </p:cNvPr>
          <p:cNvCxnSpPr>
            <a:cxnSpLocks/>
          </p:cNvCxnSpPr>
          <p:nvPr/>
        </p:nvCxnSpPr>
        <p:spPr>
          <a:xfrm>
            <a:off x="4437209" y="2780680"/>
            <a:ext cx="3160310"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pic>
        <p:nvPicPr>
          <p:cNvPr id="15" name="Picture 14">
            <a:extLst>
              <a:ext uri="{FF2B5EF4-FFF2-40B4-BE49-F238E27FC236}">
                <a16:creationId xmlns:a16="http://schemas.microsoft.com/office/drawing/2014/main" id="{18EA9893-F5F4-6BFB-0601-9AE767111D4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182046" y="1770832"/>
            <a:ext cx="1505122" cy="1003414"/>
          </a:xfrm>
          <a:prstGeom prst="rect">
            <a:avLst/>
          </a:prstGeom>
        </p:spPr>
      </p:pic>
      <p:sp>
        <p:nvSpPr>
          <p:cNvPr id="16" name="TextBox 15">
            <a:extLst>
              <a:ext uri="{FF2B5EF4-FFF2-40B4-BE49-F238E27FC236}">
                <a16:creationId xmlns:a16="http://schemas.microsoft.com/office/drawing/2014/main" id="{7947C48B-B91C-3AED-0497-04628B141D8E}"/>
              </a:ext>
            </a:extLst>
          </p:cNvPr>
          <p:cNvSpPr txBox="1"/>
          <p:nvPr/>
        </p:nvSpPr>
        <p:spPr>
          <a:xfrm>
            <a:off x="8316278" y="1784545"/>
            <a:ext cx="1865767" cy="284693"/>
          </a:xfrm>
          <a:prstGeom prst="rect">
            <a:avLst/>
          </a:prstGeom>
          <a:noFill/>
        </p:spPr>
        <p:txBody>
          <a:bodyPr wrap="square" rtlCol="0">
            <a:spAutoFit/>
          </a:bodyPr>
          <a:lstStyle/>
          <a:p>
            <a:r>
              <a:rPr lang="en-US" sz="1250" dirty="0">
                <a:latin typeface="Silka Bold" panose="00000800000000000000" pitchFamily="50" charset="0"/>
              </a:rPr>
              <a:t>Digital Platforms</a:t>
            </a:r>
            <a:endParaRPr lang="en-GB" sz="1250" dirty="0">
              <a:latin typeface="Silka Bold" panose="00000800000000000000" pitchFamily="50" charset="0"/>
            </a:endParaRPr>
          </a:p>
        </p:txBody>
      </p:sp>
      <p:sp>
        <p:nvSpPr>
          <p:cNvPr id="17" name="TextBox 16">
            <a:extLst>
              <a:ext uri="{FF2B5EF4-FFF2-40B4-BE49-F238E27FC236}">
                <a16:creationId xmlns:a16="http://schemas.microsoft.com/office/drawing/2014/main" id="{6676A63E-F8DF-448C-4B5D-9F56A975BCC3}"/>
              </a:ext>
            </a:extLst>
          </p:cNvPr>
          <p:cNvSpPr txBox="1"/>
          <p:nvPr/>
        </p:nvSpPr>
        <p:spPr>
          <a:xfrm>
            <a:off x="8320715" y="2052539"/>
            <a:ext cx="2023435" cy="646972"/>
          </a:xfrm>
          <a:prstGeom prst="rect">
            <a:avLst/>
          </a:prstGeom>
          <a:noFill/>
        </p:spPr>
        <p:txBody>
          <a:bodyPr wrap="square" rtlCol="0">
            <a:spAutoFit/>
          </a:bodyPr>
          <a:lstStyle/>
          <a:p>
            <a:pPr>
              <a:lnSpc>
                <a:spcPts val="1100"/>
              </a:lnSpc>
            </a:pPr>
            <a:r>
              <a:rPr lang="en-US" sz="800" b="0" i="0" dirty="0">
                <a:solidFill>
                  <a:srgbClr val="000000"/>
                </a:solidFill>
                <a:effectLst/>
                <a:latin typeface="Silka" panose="00000500000000000000" pitchFamily="50" charset="0"/>
              </a:rPr>
              <a:t>For over 30 years, we've partnered with governments and businesses globally, delivering innovative and sustainable digital solutions.</a:t>
            </a:r>
            <a:endParaRPr lang="en-GB" sz="750" spc="-20" baseline="0" dirty="0"/>
          </a:p>
        </p:txBody>
      </p:sp>
      <p:cxnSp>
        <p:nvCxnSpPr>
          <p:cNvPr id="18" name="Straight Connector 17">
            <a:extLst>
              <a:ext uri="{FF2B5EF4-FFF2-40B4-BE49-F238E27FC236}">
                <a16:creationId xmlns:a16="http://schemas.microsoft.com/office/drawing/2014/main" id="{CE079AC5-34E8-30FD-A18D-91F5F64004FB}"/>
              </a:ext>
            </a:extLst>
          </p:cNvPr>
          <p:cNvCxnSpPr>
            <a:cxnSpLocks/>
          </p:cNvCxnSpPr>
          <p:nvPr/>
        </p:nvCxnSpPr>
        <p:spPr>
          <a:xfrm>
            <a:off x="8409128" y="2776962"/>
            <a:ext cx="3160310"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pic>
        <p:nvPicPr>
          <p:cNvPr id="19" name="Picture 18">
            <a:extLst>
              <a:ext uri="{FF2B5EF4-FFF2-40B4-BE49-F238E27FC236}">
                <a16:creationId xmlns:a16="http://schemas.microsoft.com/office/drawing/2014/main" id="{552CA145-B30C-8AC3-C06A-368080CE3F7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095477" y="3888485"/>
            <a:ext cx="1865767" cy="1242806"/>
          </a:xfrm>
          <a:prstGeom prst="rect">
            <a:avLst/>
          </a:prstGeom>
        </p:spPr>
      </p:pic>
      <p:sp>
        <p:nvSpPr>
          <p:cNvPr id="20" name="TextBox 19">
            <a:extLst>
              <a:ext uri="{FF2B5EF4-FFF2-40B4-BE49-F238E27FC236}">
                <a16:creationId xmlns:a16="http://schemas.microsoft.com/office/drawing/2014/main" id="{97BCEC6C-FC9F-FCBC-D02B-5F8910F9D002}"/>
              </a:ext>
            </a:extLst>
          </p:cNvPr>
          <p:cNvSpPr txBox="1"/>
          <p:nvPr/>
        </p:nvSpPr>
        <p:spPr>
          <a:xfrm>
            <a:off x="534359" y="3516099"/>
            <a:ext cx="1865767" cy="477054"/>
          </a:xfrm>
          <a:prstGeom prst="rect">
            <a:avLst/>
          </a:prstGeom>
          <a:noFill/>
        </p:spPr>
        <p:txBody>
          <a:bodyPr wrap="square" rtlCol="0">
            <a:spAutoFit/>
          </a:bodyPr>
          <a:lstStyle/>
          <a:p>
            <a:r>
              <a:rPr lang="en-US" sz="1250" dirty="0">
                <a:latin typeface="Silka Bold" panose="00000800000000000000" pitchFamily="50" charset="0"/>
              </a:rPr>
              <a:t>Trade Compliance:</a:t>
            </a:r>
          </a:p>
          <a:p>
            <a:r>
              <a:rPr lang="en-US" sz="1250" dirty="0">
                <a:latin typeface="Silka Bold" panose="00000800000000000000" pitchFamily="50" charset="0"/>
              </a:rPr>
              <a:t>Government</a:t>
            </a:r>
            <a:endParaRPr lang="en-GB" sz="1250" dirty="0">
              <a:latin typeface="Silka Bold" panose="00000800000000000000" pitchFamily="50" charset="0"/>
            </a:endParaRPr>
          </a:p>
        </p:txBody>
      </p:sp>
      <p:sp>
        <p:nvSpPr>
          <p:cNvPr id="21" name="TextBox 20">
            <a:extLst>
              <a:ext uri="{FF2B5EF4-FFF2-40B4-BE49-F238E27FC236}">
                <a16:creationId xmlns:a16="http://schemas.microsoft.com/office/drawing/2014/main" id="{2CEAA10E-0BE0-76CF-6803-A9DAE7547839}"/>
              </a:ext>
            </a:extLst>
          </p:cNvPr>
          <p:cNvSpPr txBox="1"/>
          <p:nvPr/>
        </p:nvSpPr>
        <p:spPr>
          <a:xfrm>
            <a:off x="538796" y="3995108"/>
            <a:ext cx="1927090" cy="1070165"/>
          </a:xfrm>
          <a:prstGeom prst="rect">
            <a:avLst/>
          </a:prstGeom>
          <a:noFill/>
        </p:spPr>
        <p:txBody>
          <a:bodyPr wrap="square" rtlCol="0">
            <a:spAutoFit/>
          </a:bodyPr>
          <a:lstStyle/>
          <a:p>
            <a:pPr>
              <a:lnSpc>
                <a:spcPts val="1100"/>
              </a:lnSpc>
            </a:pPr>
            <a:r>
              <a:rPr lang="en-US" sz="800" b="0" i="0" dirty="0">
                <a:solidFill>
                  <a:srgbClr val="000000"/>
                </a:solidFill>
                <a:effectLst/>
                <a:latin typeface="Silka" panose="00000500000000000000" pitchFamily="50" charset="0"/>
              </a:rPr>
              <a:t>We help governments digitally transform their trade facilitation processes by synergizing with trade ecosystems to engage business communities seamlessly for maximum integration, interoperability and efficiency.</a:t>
            </a:r>
            <a:endParaRPr lang="en-GB" sz="750" spc="-20" baseline="0" dirty="0"/>
          </a:p>
        </p:txBody>
      </p:sp>
      <p:cxnSp>
        <p:nvCxnSpPr>
          <p:cNvPr id="22" name="Straight Connector 21">
            <a:extLst>
              <a:ext uri="{FF2B5EF4-FFF2-40B4-BE49-F238E27FC236}">
                <a16:creationId xmlns:a16="http://schemas.microsoft.com/office/drawing/2014/main" id="{85879353-B255-BCD4-E7E5-4F1DAE187254}"/>
              </a:ext>
            </a:extLst>
          </p:cNvPr>
          <p:cNvCxnSpPr>
            <a:cxnSpLocks/>
          </p:cNvCxnSpPr>
          <p:nvPr/>
        </p:nvCxnSpPr>
        <p:spPr>
          <a:xfrm>
            <a:off x="627209" y="5134526"/>
            <a:ext cx="3160310"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pic>
        <p:nvPicPr>
          <p:cNvPr id="23" name="Picture 22">
            <a:extLst>
              <a:ext uri="{FF2B5EF4-FFF2-40B4-BE49-F238E27FC236}">
                <a16:creationId xmlns:a16="http://schemas.microsoft.com/office/drawing/2014/main" id="{F17966AD-97E3-7D82-81D2-4B9EB4A832C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5737720" y="3887966"/>
            <a:ext cx="1864205" cy="1243843"/>
          </a:xfrm>
          <a:prstGeom prst="rect">
            <a:avLst/>
          </a:prstGeom>
        </p:spPr>
      </p:pic>
      <p:sp>
        <p:nvSpPr>
          <p:cNvPr id="24" name="TextBox 23">
            <a:extLst>
              <a:ext uri="{FF2B5EF4-FFF2-40B4-BE49-F238E27FC236}">
                <a16:creationId xmlns:a16="http://schemas.microsoft.com/office/drawing/2014/main" id="{5DDE98A4-17E2-3090-4108-89DB78F72437}"/>
              </a:ext>
            </a:extLst>
          </p:cNvPr>
          <p:cNvSpPr txBox="1"/>
          <p:nvPr/>
        </p:nvSpPr>
        <p:spPr>
          <a:xfrm>
            <a:off x="4344359" y="3516099"/>
            <a:ext cx="1865767" cy="477054"/>
          </a:xfrm>
          <a:prstGeom prst="rect">
            <a:avLst/>
          </a:prstGeom>
          <a:noFill/>
        </p:spPr>
        <p:txBody>
          <a:bodyPr wrap="square" rtlCol="0">
            <a:spAutoFit/>
          </a:bodyPr>
          <a:lstStyle/>
          <a:p>
            <a:r>
              <a:rPr lang="en-US" sz="1250" dirty="0">
                <a:latin typeface="Silka Bold" panose="00000800000000000000" pitchFamily="50" charset="0"/>
              </a:rPr>
              <a:t>Trade Compliance: Business</a:t>
            </a:r>
            <a:endParaRPr lang="en-GB" sz="1250" dirty="0">
              <a:latin typeface="Silka Bold" panose="00000800000000000000" pitchFamily="50" charset="0"/>
            </a:endParaRPr>
          </a:p>
        </p:txBody>
      </p:sp>
      <p:sp>
        <p:nvSpPr>
          <p:cNvPr id="25" name="TextBox 24">
            <a:extLst>
              <a:ext uri="{FF2B5EF4-FFF2-40B4-BE49-F238E27FC236}">
                <a16:creationId xmlns:a16="http://schemas.microsoft.com/office/drawing/2014/main" id="{D524981E-301C-5F09-A10E-8A322CAD61A1}"/>
              </a:ext>
            </a:extLst>
          </p:cNvPr>
          <p:cNvSpPr txBox="1"/>
          <p:nvPr/>
        </p:nvSpPr>
        <p:spPr>
          <a:xfrm>
            <a:off x="4348796" y="3995108"/>
            <a:ext cx="1905519" cy="1070165"/>
          </a:xfrm>
          <a:prstGeom prst="rect">
            <a:avLst/>
          </a:prstGeom>
          <a:noFill/>
        </p:spPr>
        <p:txBody>
          <a:bodyPr wrap="square" rtlCol="0">
            <a:spAutoFit/>
          </a:bodyPr>
          <a:lstStyle/>
          <a:p>
            <a:pPr>
              <a:lnSpc>
                <a:spcPts val="1100"/>
              </a:lnSpc>
            </a:pPr>
            <a:r>
              <a:rPr lang="en-US" sz="800" b="0" i="0" dirty="0">
                <a:solidFill>
                  <a:srgbClr val="000000"/>
                </a:solidFill>
                <a:effectLst/>
                <a:latin typeface="Silka" panose="00000500000000000000" pitchFamily="50" charset="0"/>
              </a:rPr>
              <a:t>Designed to ease customs clearance and simplify the entire trade management process for the trade business community, our AI-powered digital toolkit helps you stay ahead of global regulatory changes.</a:t>
            </a:r>
            <a:endParaRPr lang="en-GB" sz="750" spc="-20" baseline="0" dirty="0"/>
          </a:p>
        </p:txBody>
      </p:sp>
      <p:cxnSp>
        <p:nvCxnSpPr>
          <p:cNvPr id="26" name="Straight Connector 25">
            <a:extLst>
              <a:ext uri="{FF2B5EF4-FFF2-40B4-BE49-F238E27FC236}">
                <a16:creationId xmlns:a16="http://schemas.microsoft.com/office/drawing/2014/main" id="{6A2BDE7B-4F15-B181-74BE-44D9DEB9C2F3}"/>
              </a:ext>
            </a:extLst>
          </p:cNvPr>
          <p:cNvCxnSpPr>
            <a:cxnSpLocks/>
          </p:cNvCxnSpPr>
          <p:nvPr/>
        </p:nvCxnSpPr>
        <p:spPr>
          <a:xfrm>
            <a:off x="4437209" y="5134526"/>
            <a:ext cx="3160310"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pic>
        <p:nvPicPr>
          <p:cNvPr id="27" name="Picture 26">
            <a:extLst>
              <a:ext uri="{FF2B5EF4-FFF2-40B4-BE49-F238E27FC236}">
                <a16:creationId xmlns:a16="http://schemas.microsoft.com/office/drawing/2014/main" id="{B0523077-99FB-4A4B-BC8B-5E020802332D}"/>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0021964" y="3884769"/>
            <a:ext cx="1865767" cy="1242806"/>
          </a:xfrm>
          <a:prstGeom prst="rect">
            <a:avLst/>
          </a:prstGeom>
        </p:spPr>
      </p:pic>
      <p:sp>
        <p:nvSpPr>
          <p:cNvPr id="28" name="TextBox 27">
            <a:extLst>
              <a:ext uri="{FF2B5EF4-FFF2-40B4-BE49-F238E27FC236}">
                <a16:creationId xmlns:a16="http://schemas.microsoft.com/office/drawing/2014/main" id="{360AA07C-8121-BF29-DAC0-AE002D1DAB5D}"/>
              </a:ext>
            </a:extLst>
          </p:cNvPr>
          <p:cNvSpPr txBox="1"/>
          <p:nvPr/>
        </p:nvSpPr>
        <p:spPr>
          <a:xfrm>
            <a:off x="8316278" y="3512381"/>
            <a:ext cx="1865767" cy="284693"/>
          </a:xfrm>
          <a:prstGeom prst="rect">
            <a:avLst/>
          </a:prstGeom>
          <a:noFill/>
        </p:spPr>
        <p:txBody>
          <a:bodyPr wrap="square" rtlCol="0">
            <a:spAutoFit/>
          </a:bodyPr>
          <a:lstStyle/>
          <a:p>
            <a:r>
              <a:rPr lang="en-US" sz="1250" dirty="0">
                <a:latin typeface="Silka Bold" panose="00000800000000000000" pitchFamily="50" charset="0"/>
              </a:rPr>
              <a:t>Security</a:t>
            </a:r>
            <a:endParaRPr lang="en-GB" sz="1250" dirty="0">
              <a:latin typeface="Silka Bold" panose="00000800000000000000" pitchFamily="50" charset="0"/>
            </a:endParaRPr>
          </a:p>
        </p:txBody>
      </p:sp>
      <p:sp>
        <p:nvSpPr>
          <p:cNvPr id="29" name="TextBox 28">
            <a:extLst>
              <a:ext uri="{FF2B5EF4-FFF2-40B4-BE49-F238E27FC236}">
                <a16:creationId xmlns:a16="http://schemas.microsoft.com/office/drawing/2014/main" id="{4BF3772A-C7D2-F568-5011-3C91F1C5ABC7}"/>
              </a:ext>
            </a:extLst>
          </p:cNvPr>
          <p:cNvSpPr txBox="1"/>
          <p:nvPr/>
        </p:nvSpPr>
        <p:spPr>
          <a:xfrm>
            <a:off x="8316277" y="3783739"/>
            <a:ext cx="2100849" cy="929100"/>
          </a:xfrm>
          <a:prstGeom prst="rect">
            <a:avLst/>
          </a:prstGeom>
          <a:noFill/>
        </p:spPr>
        <p:txBody>
          <a:bodyPr wrap="square" rtlCol="0">
            <a:spAutoFit/>
          </a:bodyPr>
          <a:lstStyle/>
          <a:p>
            <a:pPr>
              <a:lnSpc>
                <a:spcPts val="1100"/>
              </a:lnSpc>
            </a:pPr>
            <a:r>
              <a:rPr lang="en-US" sz="800" b="0" i="0" dirty="0">
                <a:solidFill>
                  <a:srgbClr val="000000"/>
                </a:solidFill>
                <a:effectLst/>
                <a:latin typeface="Silka" panose="00000500000000000000" pitchFamily="50" charset="0"/>
              </a:rPr>
              <a:t>360º defense in a highly-fluid cybersecurity landscape. Arm yourself with best-in-class detection, posture review, monitoring, threat intelligence, document protection and more.</a:t>
            </a:r>
            <a:endParaRPr lang="en-GB" sz="750" spc="-20" baseline="0" dirty="0"/>
          </a:p>
        </p:txBody>
      </p:sp>
      <p:cxnSp>
        <p:nvCxnSpPr>
          <p:cNvPr id="30" name="Straight Connector 29">
            <a:extLst>
              <a:ext uri="{FF2B5EF4-FFF2-40B4-BE49-F238E27FC236}">
                <a16:creationId xmlns:a16="http://schemas.microsoft.com/office/drawing/2014/main" id="{9BAF01F7-D66E-C0DF-0D59-6A4E5F2EAC0E}"/>
              </a:ext>
            </a:extLst>
          </p:cNvPr>
          <p:cNvCxnSpPr>
            <a:cxnSpLocks/>
          </p:cNvCxnSpPr>
          <p:nvPr/>
        </p:nvCxnSpPr>
        <p:spPr>
          <a:xfrm>
            <a:off x="8409128" y="5130808"/>
            <a:ext cx="3160310"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90795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7">
            <a:extLst>
              <a:ext uri="{FF2B5EF4-FFF2-40B4-BE49-F238E27FC236}">
                <a16:creationId xmlns:a16="http://schemas.microsoft.com/office/drawing/2014/main" id="{FCBEB974-8C88-A7CF-3C59-071D20AD85B3}"/>
              </a:ext>
            </a:extLst>
          </p:cNvPr>
          <p:cNvSpPr txBox="1">
            <a:spLocks/>
          </p:cNvSpPr>
          <p:nvPr/>
        </p:nvSpPr>
        <p:spPr>
          <a:xfrm>
            <a:off x="603504" y="4910328"/>
            <a:ext cx="2808445" cy="1341714"/>
          </a:xfrm>
          <a:prstGeom prst="rect">
            <a:avLst/>
          </a:prstGeom>
        </p:spPr>
        <p:txBody>
          <a:bodyPr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600"/>
              </a:lnSpc>
              <a:buNone/>
            </a:pPr>
            <a:r>
              <a:rPr lang="en-US" sz="1050" dirty="0">
                <a:solidFill>
                  <a:schemeClr val="tx2"/>
                </a:solidFill>
              </a:rPr>
              <a:t>Jonathan Chan</a:t>
            </a:r>
            <a:br>
              <a:rPr lang="en-GB" sz="1050" dirty="0"/>
            </a:br>
            <a:r>
              <a:rPr lang="en-GB" sz="1050" dirty="0"/>
              <a:t>Senior Talent Partner</a:t>
            </a:r>
            <a:br>
              <a:rPr lang="en-GB" sz="1050" dirty="0"/>
            </a:br>
            <a:r>
              <a:rPr lang="en-GB" sz="1050" dirty="0"/>
              <a:t>Organisation Learning &amp; Development</a:t>
            </a:r>
            <a:br>
              <a:rPr lang="en-GB" sz="1050" dirty="0"/>
            </a:br>
            <a:r>
              <a:rPr lang="en-GB" sz="1050" dirty="0"/>
              <a:t>Group Human Resources</a:t>
            </a:r>
          </a:p>
          <a:p>
            <a:pPr marL="0" indent="0">
              <a:lnSpc>
                <a:spcPts val="1600"/>
              </a:lnSpc>
              <a:buNone/>
            </a:pPr>
            <a:r>
              <a:rPr lang="en-GB" sz="1050" dirty="0"/>
              <a:t>T +65 6887 7888   M +65 9876 5432</a:t>
            </a:r>
            <a:br>
              <a:rPr lang="en-US" sz="1050" dirty="0"/>
            </a:br>
            <a:r>
              <a:rPr lang="en-US" sz="1050" dirty="0"/>
              <a:t>E jonathanchan@crimsonlogic.com</a:t>
            </a:r>
            <a:endParaRPr lang="en-GB" sz="1050" dirty="0"/>
          </a:p>
        </p:txBody>
      </p:sp>
    </p:spTree>
    <p:extLst>
      <p:ext uri="{BB962C8B-B14F-4D97-AF65-F5344CB8AC3E}">
        <p14:creationId xmlns:p14="http://schemas.microsoft.com/office/powerpoint/2010/main" val="363354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6635627"/>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2" sz="quarter"/>
          </p:nvPr>
        </p:nvSpPr>
        <p:spPr/>
        <p:txBody>
          <a:bodyPr/>
          <a:lstStyle/>
          <a:p/>
        </p:txBody>
      </p:sp>
      <p:sp>
        <p:nvSpPr>
          <p:cNvPr id="5" name="TextBox 4"/>
          <p:cNvSpPr txBox="1"/>
          <p:nvPr/>
        </p:nvSpPr>
        <p:spPr>
          <a:xfrm>
            <a:off x="457200" y="274320"/>
            <a:ext cx="7315200" cy="457200"/>
          </a:xfrm>
          <a:prstGeom prst="rect">
            <a:avLst/>
          </a:prstGeom>
          <a:noFill/>
        </p:spPr>
        <p:txBody>
          <a:bodyPr wrap="none">
            <a:spAutoFit/>
          </a:bodyPr>
          <a:lstStyle/>
          <a:p>
            <a:r>
              <a:t>Bootstrap 5 Advanced Training</a:t>
            </a:r>
          </a:p>
        </p:txBody>
      </p:sp>
      <p:sp>
        <p:nvSpPr>
          <p:cNvPr id="6" name="TextBox 5"/>
          <p:cNvSpPr txBox="1"/>
          <p:nvPr/>
        </p:nvSpPr>
        <p:spPr>
          <a:xfrm>
            <a:off x="640080" y="1097280"/>
            <a:ext cx="7772400" cy="2743200"/>
          </a:xfrm>
          <a:prstGeom prst="rect">
            <a:avLst/>
          </a:prstGeom>
          <a:noFill/>
        </p:spPr>
        <p:txBody>
          <a:bodyPr wrap="none">
            <a:spAutoFit/>
          </a:bodyPr>
          <a:lstStyle/>
          <a:p>
            <a:r>
              <a:t>Enterprise UI Development</a:t>
            </a:r>
          </a:p>
          <a:p>
            <a:r>
              <a:t>Angular Integration</a:t>
            </a:r>
          </a:p>
          <a:p>
            <a:r>
              <a:t>Hands-on Labs</a:t>
            </a:r>
          </a:p>
        </p:txBody>
      </p:sp>
      <p:sp>
        <p:nvSpPr>
          <p:cNvPr id="7" name="TextBox 6"/>
          <p:cNvSpPr txBox="1"/>
          <p:nvPr/>
        </p:nvSpPr>
        <p:spPr>
          <a:xfrm>
            <a:off x="640080" y="2743200"/>
            <a:ext cx="5029200" cy="1371600"/>
          </a:xfrm>
          <a:prstGeom prst="rect">
            <a:avLst/>
          </a:prstGeom>
          <a:noFill/>
        </p:spPr>
        <p:txBody>
          <a:bodyPr wrap="none">
            <a:spAutoFit/>
          </a:bodyPr>
          <a:lstStyle/>
          <a:p>
            <a:r>
              <a:t>&lt;div class="container"&gt;</a:t>
            </a:r>
          </a:p>
          <a:p>
            <a:r>
              <a:t>  &lt;div class="row"&gt;</a:t>
            </a:r>
          </a:p>
          <a:p>
            <a:r>
              <a:t>    &lt;div class="col-md-6"&gt;&lt;/div&gt;</a:t>
            </a:r>
          </a:p>
          <a:p>
            <a:r>
              <a:t>  &lt;/div&gt;</a:t>
            </a:r>
          </a:p>
          <a:p>
            <a:r>
              <a:t>&lt;/div&gt;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2" sz="quarter"/>
          </p:nvPr>
        </p:nvSpPr>
        <p:spPr/>
        <p:txBody>
          <a:bodyPr/>
          <a:lstStyle/>
          <a:p/>
        </p:txBody>
      </p:sp>
      <p:sp>
        <p:nvSpPr>
          <p:cNvPr id="5" name="TextBox 4"/>
          <p:cNvSpPr txBox="1"/>
          <p:nvPr/>
        </p:nvSpPr>
        <p:spPr>
          <a:xfrm>
            <a:off x="457200" y="274320"/>
            <a:ext cx="7315200" cy="457200"/>
          </a:xfrm>
          <a:prstGeom prst="rect">
            <a:avLst/>
          </a:prstGeom>
          <a:noFill/>
        </p:spPr>
        <p:txBody>
          <a:bodyPr wrap="none">
            <a:spAutoFit/>
          </a:bodyPr>
          <a:lstStyle/>
          <a:p>
            <a:r>
              <a:t>Bootstrap Architecture</a:t>
            </a:r>
          </a:p>
        </p:txBody>
      </p:sp>
      <p:sp>
        <p:nvSpPr>
          <p:cNvPr id="6" name="TextBox 5"/>
          <p:cNvSpPr txBox="1"/>
          <p:nvPr/>
        </p:nvSpPr>
        <p:spPr>
          <a:xfrm>
            <a:off x="640080" y="1097280"/>
            <a:ext cx="7772400" cy="2743200"/>
          </a:xfrm>
          <a:prstGeom prst="rect">
            <a:avLst/>
          </a:prstGeom>
          <a:noFill/>
        </p:spPr>
        <p:txBody>
          <a:bodyPr wrap="none">
            <a:spAutoFit/>
          </a:bodyPr>
          <a:lstStyle/>
          <a:p>
            <a:r>
              <a:t>Bootstrap CSS</a:t>
            </a:r>
          </a:p>
          <a:p>
            <a:r>
              <a:t>Utility API</a:t>
            </a:r>
          </a:p>
          <a:p>
            <a:r>
              <a:t>Components</a:t>
            </a:r>
          </a:p>
          <a:p>
            <a:r>
              <a:t>JavaScript Bundle</a:t>
            </a:r>
          </a:p>
        </p:txBody>
      </p:sp>
      <p:sp>
        <p:nvSpPr>
          <p:cNvPr id="7" name="TextBox 6"/>
          <p:cNvSpPr txBox="1"/>
          <p:nvPr/>
        </p:nvSpPr>
        <p:spPr>
          <a:xfrm>
            <a:off x="640080" y="2743200"/>
            <a:ext cx="5029200" cy="1371600"/>
          </a:xfrm>
          <a:prstGeom prst="rect">
            <a:avLst/>
          </a:prstGeom>
          <a:noFill/>
        </p:spPr>
        <p:txBody>
          <a:bodyPr wrap="none">
            <a:spAutoFit/>
          </a:bodyPr>
          <a:lstStyle/>
          <a:p>
            <a:r>
              <a:t>&lt;div class="container"&gt;</a:t>
            </a:r>
          </a:p>
          <a:p>
            <a:r>
              <a:t>  &lt;div class="row"&gt;</a:t>
            </a:r>
          </a:p>
          <a:p>
            <a:r>
              <a:t>    &lt;div class="col-md-6"&gt;&lt;/div&gt;</a:t>
            </a:r>
          </a:p>
          <a:p>
            <a:r>
              <a:t>  &lt;/div&gt;</a:t>
            </a:r>
          </a:p>
          <a:p>
            <a:r>
              <a:t>&lt;/div&gt;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2" sz="quarter"/>
          </p:nvPr>
        </p:nvSpPr>
        <p:spPr/>
        <p:txBody>
          <a:bodyPr/>
          <a:lstStyle/>
          <a:p/>
        </p:txBody>
      </p:sp>
      <p:sp>
        <p:nvSpPr>
          <p:cNvPr id="5" name="TextBox 4"/>
          <p:cNvSpPr txBox="1"/>
          <p:nvPr/>
        </p:nvSpPr>
        <p:spPr>
          <a:xfrm>
            <a:off x="457200" y="274320"/>
            <a:ext cx="7315200" cy="457200"/>
          </a:xfrm>
          <a:prstGeom prst="rect">
            <a:avLst/>
          </a:prstGeom>
          <a:noFill/>
        </p:spPr>
        <p:txBody>
          <a:bodyPr wrap="none">
            <a:spAutoFit/>
          </a:bodyPr>
          <a:lstStyle/>
          <a:p>
            <a:r>
              <a:t>Responsive Design Diagram</a:t>
            </a:r>
          </a:p>
        </p:txBody>
      </p:sp>
      <p:sp>
        <p:nvSpPr>
          <p:cNvPr id="6" name="TextBox 5"/>
          <p:cNvSpPr txBox="1"/>
          <p:nvPr/>
        </p:nvSpPr>
        <p:spPr>
          <a:xfrm>
            <a:off x="640080" y="1097280"/>
            <a:ext cx="7772400" cy="2743200"/>
          </a:xfrm>
          <a:prstGeom prst="rect">
            <a:avLst/>
          </a:prstGeom>
          <a:noFill/>
        </p:spPr>
        <p:txBody>
          <a:bodyPr wrap="none">
            <a:spAutoFit/>
          </a:bodyPr>
          <a:lstStyle/>
          <a:p>
            <a:r>
              <a:t>Mobile → Tablet → Desktop</a:t>
            </a:r>
          </a:p>
          <a:p>
            <a:r>
              <a:t>Breakpoints Strategy</a:t>
            </a:r>
          </a:p>
          <a:p>
            <a:r>
              <a:t>Mobile First Approach</a:t>
            </a:r>
          </a:p>
        </p:txBody>
      </p:sp>
      <p:sp>
        <p:nvSpPr>
          <p:cNvPr id="7" name="TextBox 6"/>
          <p:cNvSpPr txBox="1"/>
          <p:nvPr/>
        </p:nvSpPr>
        <p:spPr>
          <a:xfrm>
            <a:off x="640080" y="2743200"/>
            <a:ext cx="5029200" cy="1371600"/>
          </a:xfrm>
          <a:prstGeom prst="rect">
            <a:avLst/>
          </a:prstGeom>
          <a:noFill/>
        </p:spPr>
        <p:txBody>
          <a:bodyPr wrap="none">
            <a:spAutoFit/>
          </a:bodyPr>
          <a:lstStyle/>
          <a:p>
            <a:r>
              <a:t>&lt;div class="container"&gt;</a:t>
            </a:r>
          </a:p>
          <a:p>
            <a:r>
              <a:t>  &lt;div class="row"&gt;</a:t>
            </a:r>
          </a:p>
          <a:p>
            <a:r>
              <a:t>    &lt;div class="col-md-6"&gt;&lt;/div&gt;</a:t>
            </a:r>
          </a:p>
          <a:p>
            <a:r>
              <a:t>  &lt;/div&gt;</a:t>
            </a:r>
          </a:p>
          <a:p>
            <a:r>
              <a:t>&lt;/div&gt;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2" sz="quarter"/>
          </p:nvPr>
        </p:nvSpPr>
        <p:spPr/>
        <p:txBody>
          <a:bodyPr/>
          <a:lstStyle/>
          <a:p/>
        </p:txBody>
      </p:sp>
      <p:sp>
        <p:nvSpPr>
          <p:cNvPr id="5" name="TextBox 4"/>
          <p:cNvSpPr txBox="1"/>
          <p:nvPr/>
        </p:nvSpPr>
        <p:spPr>
          <a:xfrm>
            <a:off x="457200" y="274320"/>
            <a:ext cx="7315200" cy="457200"/>
          </a:xfrm>
          <a:prstGeom prst="rect">
            <a:avLst/>
          </a:prstGeom>
          <a:noFill/>
        </p:spPr>
        <p:txBody>
          <a:bodyPr wrap="none">
            <a:spAutoFit/>
          </a:bodyPr>
          <a:lstStyle/>
          <a:p>
            <a:r>
              <a:t>Grid System Example</a:t>
            </a:r>
          </a:p>
        </p:txBody>
      </p:sp>
      <p:sp>
        <p:nvSpPr>
          <p:cNvPr id="6" name="TextBox 5"/>
          <p:cNvSpPr txBox="1"/>
          <p:nvPr/>
        </p:nvSpPr>
        <p:spPr>
          <a:xfrm>
            <a:off x="640080" y="1097280"/>
            <a:ext cx="7772400" cy="2743200"/>
          </a:xfrm>
          <a:prstGeom prst="rect">
            <a:avLst/>
          </a:prstGeom>
          <a:noFill/>
        </p:spPr>
        <p:txBody>
          <a:bodyPr wrap="none">
            <a:spAutoFit/>
          </a:bodyPr>
          <a:lstStyle/>
          <a:p>
            <a:r>
              <a:t>12-column layout</a:t>
            </a:r>
          </a:p>
          <a:p>
            <a:r>
              <a:t>Dashboard example</a:t>
            </a:r>
          </a:p>
          <a:p>
            <a:r>
              <a:t>Nested grids</a:t>
            </a:r>
          </a:p>
        </p:txBody>
      </p:sp>
      <p:sp>
        <p:nvSpPr>
          <p:cNvPr id="7" name="TextBox 6"/>
          <p:cNvSpPr txBox="1"/>
          <p:nvPr/>
        </p:nvSpPr>
        <p:spPr>
          <a:xfrm>
            <a:off x="640080" y="2743200"/>
            <a:ext cx="5029200" cy="1371600"/>
          </a:xfrm>
          <a:prstGeom prst="rect">
            <a:avLst/>
          </a:prstGeom>
          <a:noFill/>
        </p:spPr>
        <p:txBody>
          <a:bodyPr wrap="none">
            <a:spAutoFit/>
          </a:bodyPr>
          <a:lstStyle/>
          <a:p>
            <a:r>
              <a:t>&lt;div class="container"&gt;</a:t>
            </a:r>
          </a:p>
          <a:p>
            <a:r>
              <a:t>  &lt;div class="row"&gt;</a:t>
            </a:r>
          </a:p>
          <a:p>
            <a:r>
              <a:t>    &lt;div class="col-md-6"&gt;&lt;/div&gt;</a:t>
            </a:r>
          </a:p>
          <a:p>
            <a:r>
              <a:t>  &lt;/div&gt;</a:t>
            </a:r>
          </a:p>
          <a:p>
            <a:r>
              <a:t>&lt;/div&gt;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2" sz="quarter"/>
          </p:nvPr>
        </p:nvSpPr>
        <p:spPr/>
        <p:txBody>
          <a:bodyPr/>
          <a:lstStyle/>
          <a:p/>
        </p:txBody>
      </p:sp>
      <p:sp>
        <p:nvSpPr>
          <p:cNvPr id="5" name="TextBox 4"/>
          <p:cNvSpPr txBox="1"/>
          <p:nvPr/>
        </p:nvSpPr>
        <p:spPr>
          <a:xfrm>
            <a:off x="457200" y="274320"/>
            <a:ext cx="7315200" cy="457200"/>
          </a:xfrm>
          <a:prstGeom prst="rect">
            <a:avLst/>
          </a:prstGeom>
          <a:noFill/>
        </p:spPr>
        <p:txBody>
          <a:bodyPr wrap="none">
            <a:spAutoFit/>
          </a:bodyPr>
          <a:lstStyle/>
          <a:p>
            <a:r>
              <a:t>Flexbox Utilities</a:t>
            </a:r>
          </a:p>
        </p:txBody>
      </p:sp>
      <p:sp>
        <p:nvSpPr>
          <p:cNvPr id="6" name="TextBox 5"/>
          <p:cNvSpPr txBox="1"/>
          <p:nvPr/>
        </p:nvSpPr>
        <p:spPr>
          <a:xfrm>
            <a:off x="640080" y="1097280"/>
            <a:ext cx="7772400" cy="2743200"/>
          </a:xfrm>
          <a:prstGeom prst="rect">
            <a:avLst/>
          </a:prstGeom>
          <a:noFill/>
        </p:spPr>
        <p:txBody>
          <a:bodyPr wrap="none">
            <a:spAutoFit/>
          </a:bodyPr>
          <a:lstStyle/>
          <a:p>
            <a:r>
              <a:t>justify-content-between</a:t>
            </a:r>
          </a:p>
          <a:p>
            <a:r>
              <a:t>align-items-center</a:t>
            </a:r>
          </a:p>
          <a:p>
            <a:r>
              <a:t>Responsive layouts</a:t>
            </a:r>
          </a:p>
        </p:txBody>
      </p:sp>
      <p:sp>
        <p:nvSpPr>
          <p:cNvPr id="7" name="TextBox 6"/>
          <p:cNvSpPr txBox="1"/>
          <p:nvPr/>
        </p:nvSpPr>
        <p:spPr>
          <a:xfrm>
            <a:off x="640080" y="2743200"/>
            <a:ext cx="5029200" cy="1371600"/>
          </a:xfrm>
          <a:prstGeom prst="rect">
            <a:avLst/>
          </a:prstGeom>
          <a:noFill/>
        </p:spPr>
        <p:txBody>
          <a:bodyPr wrap="none">
            <a:spAutoFit/>
          </a:bodyPr>
          <a:lstStyle/>
          <a:p>
            <a:r>
              <a:t>&lt;div class="container"&gt;</a:t>
            </a:r>
          </a:p>
          <a:p>
            <a:r>
              <a:t>  &lt;div class="row"&gt;</a:t>
            </a:r>
          </a:p>
          <a:p>
            <a:r>
              <a:t>    &lt;div class="col-md-6"&gt;&lt;/div&gt;</a:t>
            </a:r>
          </a:p>
          <a:p>
            <a:r>
              <a:t>  &lt;/div&gt;</a:t>
            </a:r>
          </a:p>
          <a:p>
            <a:r>
              <a:t>&lt;/div&gt;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2" sz="quarter"/>
          </p:nvPr>
        </p:nvSpPr>
        <p:spPr/>
        <p:txBody>
          <a:bodyPr/>
          <a:lstStyle/>
          <a:p/>
        </p:txBody>
      </p:sp>
      <p:sp>
        <p:nvSpPr>
          <p:cNvPr id="5" name="TextBox 4"/>
          <p:cNvSpPr txBox="1"/>
          <p:nvPr/>
        </p:nvSpPr>
        <p:spPr>
          <a:xfrm>
            <a:off x="457200" y="274320"/>
            <a:ext cx="7315200" cy="457200"/>
          </a:xfrm>
          <a:prstGeom prst="rect">
            <a:avLst/>
          </a:prstGeom>
          <a:noFill/>
        </p:spPr>
        <p:txBody>
          <a:bodyPr wrap="none">
            <a:spAutoFit/>
          </a:bodyPr>
          <a:lstStyle/>
          <a:p>
            <a:r>
              <a:t>Enterprise Components</a:t>
            </a:r>
          </a:p>
        </p:txBody>
      </p:sp>
      <p:sp>
        <p:nvSpPr>
          <p:cNvPr id="6" name="TextBox 5"/>
          <p:cNvSpPr txBox="1"/>
          <p:nvPr/>
        </p:nvSpPr>
        <p:spPr>
          <a:xfrm>
            <a:off x="640080" y="1097280"/>
            <a:ext cx="7772400" cy="2743200"/>
          </a:xfrm>
          <a:prstGeom prst="rect">
            <a:avLst/>
          </a:prstGeom>
          <a:noFill/>
        </p:spPr>
        <p:txBody>
          <a:bodyPr wrap="none">
            <a:spAutoFit/>
          </a:bodyPr>
          <a:lstStyle/>
          <a:p>
            <a:r>
              <a:t>Navbar</a:t>
            </a:r>
          </a:p>
          <a:p>
            <a:r>
              <a:t>Cards</a:t>
            </a:r>
          </a:p>
          <a:p>
            <a:r>
              <a:t>Modal</a:t>
            </a:r>
          </a:p>
          <a:p>
            <a:r>
              <a:t>Offcanvas</a:t>
            </a:r>
          </a:p>
          <a:p>
            <a:r>
              <a:t>Accordion</a:t>
            </a:r>
          </a:p>
        </p:txBody>
      </p:sp>
      <p:sp>
        <p:nvSpPr>
          <p:cNvPr id="7" name="TextBox 6"/>
          <p:cNvSpPr txBox="1"/>
          <p:nvPr/>
        </p:nvSpPr>
        <p:spPr>
          <a:xfrm>
            <a:off x="640080" y="2743200"/>
            <a:ext cx="5029200" cy="1371600"/>
          </a:xfrm>
          <a:prstGeom prst="rect">
            <a:avLst/>
          </a:prstGeom>
          <a:noFill/>
        </p:spPr>
        <p:txBody>
          <a:bodyPr wrap="none">
            <a:spAutoFit/>
          </a:bodyPr>
          <a:lstStyle/>
          <a:p>
            <a:r>
              <a:t>&lt;div class="container"&gt;</a:t>
            </a:r>
          </a:p>
          <a:p>
            <a:r>
              <a:t>  &lt;div class="row"&gt;</a:t>
            </a:r>
          </a:p>
          <a:p>
            <a:r>
              <a:t>    &lt;div class="col-md-6"&gt;&lt;/div&gt;</a:t>
            </a:r>
          </a:p>
          <a:p>
            <a:r>
              <a:t>  &lt;/div&gt;</a:t>
            </a:r>
          </a:p>
          <a:p>
            <a:r>
              <a:t>&lt;/div&gt;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2" sz="quarter"/>
          </p:nvPr>
        </p:nvSpPr>
        <p:spPr/>
        <p:txBody>
          <a:bodyPr/>
          <a:lstStyle/>
          <a:p/>
        </p:txBody>
      </p:sp>
      <p:sp>
        <p:nvSpPr>
          <p:cNvPr id="5" name="TextBox 4"/>
          <p:cNvSpPr txBox="1"/>
          <p:nvPr/>
        </p:nvSpPr>
        <p:spPr>
          <a:xfrm>
            <a:off x="457200" y="274320"/>
            <a:ext cx="7315200" cy="457200"/>
          </a:xfrm>
          <a:prstGeom prst="rect">
            <a:avLst/>
          </a:prstGeom>
          <a:noFill/>
        </p:spPr>
        <p:txBody>
          <a:bodyPr wrap="none">
            <a:spAutoFit/>
          </a:bodyPr>
          <a:lstStyle/>
          <a:p>
            <a:r>
              <a:t>Bootstrap + Angular</a:t>
            </a:r>
          </a:p>
        </p:txBody>
      </p:sp>
      <p:sp>
        <p:nvSpPr>
          <p:cNvPr id="6" name="TextBox 5"/>
          <p:cNvSpPr txBox="1"/>
          <p:nvPr/>
        </p:nvSpPr>
        <p:spPr>
          <a:xfrm>
            <a:off x="640080" y="1097280"/>
            <a:ext cx="7772400" cy="2743200"/>
          </a:xfrm>
          <a:prstGeom prst="rect">
            <a:avLst/>
          </a:prstGeom>
          <a:noFill/>
        </p:spPr>
        <p:txBody>
          <a:bodyPr wrap="none">
            <a:spAutoFit/>
          </a:bodyPr>
          <a:lstStyle/>
          <a:p>
            <a:r>
              <a:t>Reactive Forms</a:t>
            </a:r>
          </a:p>
          <a:p>
            <a:r>
              <a:t>Reusable Components</a:t>
            </a:r>
          </a:p>
          <a:p>
            <a:r>
              <a:t>Responsive Screens</a:t>
            </a:r>
          </a:p>
        </p:txBody>
      </p:sp>
      <p:sp>
        <p:nvSpPr>
          <p:cNvPr id="7" name="TextBox 6"/>
          <p:cNvSpPr txBox="1"/>
          <p:nvPr/>
        </p:nvSpPr>
        <p:spPr>
          <a:xfrm>
            <a:off x="640080" y="2743200"/>
            <a:ext cx="5029200" cy="1371600"/>
          </a:xfrm>
          <a:prstGeom prst="rect">
            <a:avLst/>
          </a:prstGeom>
          <a:noFill/>
        </p:spPr>
        <p:txBody>
          <a:bodyPr wrap="none">
            <a:spAutoFit/>
          </a:bodyPr>
          <a:lstStyle/>
          <a:p>
            <a:r>
              <a:t>&lt;div class="container"&gt;</a:t>
            </a:r>
          </a:p>
          <a:p>
            <a:r>
              <a:t>  &lt;div class="row"&gt;</a:t>
            </a:r>
          </a:p>
          <a:p>
            <a:r>
              <a:t>    &lt;div class="col-md-6"&gt;&lt;/div&gt;</a:t>
            </a:r>
          </a:p>
          <a:p>
            <a:r>
              <a:t>  &lt;/div&gt;</a:t>
            </a:r>
          </a:p>
          <a:p>
            <a:r>
              <a:t>&lt;/div&gt;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2" sz="quarter"/>
          </p:nvPr>
        </p:nvSpPr>
        <p:spPr/>
        <p:txBody>
          <a:bodyPr/>
          <a:lstStyle/>
          <a:p/>
        </p:txBody>
      </p:sp>
      <p:sp>
        <p:nvSpPr>
          <p:cNvPr id="5" name="TextBox 4"/>
          <p:cNvSpPr txBox="1"/>
          <p:nvPr/>
        </p:nvSpPr>
        <p:spPr>
          <a:xfrm>
            <a:off x="457200" y="274320"/>
            <a:ext cx="7315200" cy="457200"/>
          </a:xfrm>
          <a:prstGeom prst="rect">
            <a:avLst/>
          </a:prstGeom>
          <a:noFill/>
        </p:spPr>
        <p:txBody>
          <a:bodyPr wrap="none">
            <a:spAutoFit/>
          </a:bodyPr>
          <a:lstStyle/>
          <a:p>
            <a:r>
              <a:t>Code Lab: Dashboard</a:t>
            </a:r>
          </a:p>
        </p:txBody>
      </p:sp>
      <p:sp>
        <p:nvSpPr>
          <p:cNvPr id="6" name="TextBox 5"/>
          <p:cNvSpPr txBox="1"/>
          <p:nvPr/>
        </p:nvSpPr>
        <p:spPr>
          <a:xfrm>
            <a:off x="640080" y="1097280"/>
            <a:ext cx="7772400" cy="2743200"/>
          </a:xfrm>
          <a:prstGeom prst="rect">
            <a:avLst/>
          </a:prstGeom>
          <a:noFill/>
        </p:spPr>
        <p:txBody>
          <a:bodyPr wrap="none">
            <a:spAutoFit/>
          </a:bodyPr>
          <a:lstStyle/>
          <a:p>
            <a:r>
              <a:t>Build KPI cards</a:t>
            </a:r>
          </a:p>
          <a:p>
            <a:r>
              <a:t>Responsive sidebar</a:t>
            </a:r>
          </a:p>
          <a:p>
            <a:r>
              <a:t>Mobile navigation</a:t>
            </a:r>
          </a:p>
        </p:txBody>
      </p:sp>
      <p:sp>
        <p:nvSpPr>
          <p:cNvPr id="7" name="TextBox 6"/>
          <p:cNvSpPr txBox="1"/>
          <p:nvPr/>
        </p:nvSpPr>
        <p:spPr>
          <a:xfrm>
            <a:off x="640080" y="2743200"/>
            <a:ext cx="5029200" cy="1371600"/>
          </a:xfrm>
          <a:prstGeom prst="rect">
            <a:avLst/>
          </a:prstGeom>
          <a:noFill/>
        </p:spPr>
        <p:txBody>
          <a:bodyPr wrap="none">
            <a:spAutoFit/>
          </a:bodyPr>
          <a:lstStyle/>
          <a:p>
            <a:r>
              <a:t>&lt;div class="container"&gt;</a:t>
            </a:r>
          </a:p>
          <a:p>
            <a:r>
              <a:t>  &lt;div class="row"&gt;</a:t>
            </a:r>
          </a:p>
          <a:p>
            <a:r>
              <a:t>    &lt;div class="col-md-6"&gt;&lt;/div&gt;</a:t>
            </a:r>
          </a:p>
          <a:p>
            <a:r>
              <a:t>  &lt;/div&gt;</a:t>
            </a:r>
          </a:p>
          <a:p>
            <a:r>
              <a:t>&lt;/div&gt;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2" sz="quarter"/>
          </p:nvPr>
        </p:nvSpPr>
        <p:spPr/>
        <p:txBody>
          <a:bodyPr/>
          <a:lstStyle/>
          <a:p/>
        </p:txBody>
      </p:sp>
      <p:sp>
        <p:nvSpPr>
          <p:cNvPr id="5" name="TextBox 4"/>
          <p:cNvSpPr txBox="1"/>
          <p:nvPr/>
        </p:nvSpPr>
        <p:spPr>
          <a:xfrm>
            <a:off x="457200" y="274320"/>
            <a:ext cx="7315200" cy="457200"/>
          </a:xfrm>
          <a:prstGeom prst="rect">
            <a:avLst/>
          </a:prstGeom>
          <a:noFill/>
        </p:spPr>
        <p:txBody>
          <a:bodyPr wrap="none">
            <a:spAutoFit/>
          </a:bodyPr>
          <a:lstStyle/>
          <a:p>
            <a:r>
              <a:t>Code Lab: Employee Form</a:t>
            </a:r>
          </a:p>
        </p:txBody>
      </p:sp>
      <p:sp>
        <p:nvSpPr>
          <p:cNvPr id="6" name="TextBox 5"/>
          <p:cNvSpPr txBox="1"/>
          <p:nvPr/>
        </p:nvSpPr>
        <p:spPr>
          <a:xfrm>
            <a:off x="640080" y="1097280"/>
            <a:ext cx="7772400" cy="2743200"/>
          </a:xfrm>
          <a:prstGeom prst="rect">
            <a:avLst/>
          </a:prstGeom>
          <a:noFill/>
        </p:spPr>
        <p:txBody>
          <a:bodyPr wrap="none">
            <a:spAutoFit/>
          </a:bodyPr>
          <a:lstStyle/>
          <a:p>
            <a:r>
              <a:t>Validation</a:t>
            </a:r>
          </a:p>
          <a:p>
            <a:r>
              <a:t>Bootstrap classes</a:t>
            </a:r>
          </a:p>
          <a:p>
            <a:r>
              <a:t>User feedback</a:t>
            </a:r>
          </a:p>
        </p:txBody>
      </p:sp>
      <p:sp>
        <p:nvSpPr>
          <p:cNvPr id="7" name="TextBox 6"/>
          <p:cNvSpPr txBox="1"/>
          <p:nvPr/>
        </p:nvSpPr>
        <p:spPr>
          <a:xfrm>
            <a:off x="640080" y="2743200"/>
            <a:ext cx="5029200" cy="1371600"/>
          </a:xfrm>
          <a:prstGeom prst="rect">
            <a:avLst/>
          </a:prstGeom>
          <a:noFill/>
        </p:spPr>
        <p:txBody>
          <a:bodyPr wrap="none">
            <a:spAutoFit/>
          </a:bodyPr>
          <a:lstStyle/>
          <a:p>
            <a:r>
              <a:t>&lt;div class="container"&gt;</a:t>
            </a:r>
          </a:p>
          <a:p>
            <a:r>
              <a:t>  &lt;div class="row"&gt;</a:t>
            </a:r>
          </a:p>
          <a:p>
            <a:r>
              <a:t>    &lt;div class="col-md-6"&gt;&lt;/div&gt;</a:t>
            </a:r>
          </a:p>
          <a:p>
            <a:r>
              <a:t>  &lt;/div&gt;</a:t>
            </a:r>
          </a:p>
          <a:p>
            <a:r>
              <a:t>&lt;/div&gt;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2" sz="quarter"/>
          </p:nvPr>
        </p:nvSpPr>
        <p:spPr/>
        <p:txBody>
          <a:bodyPr/>
          <a:lstStyle/>
          <a:p/>
        </p:txBody>
      </p:sp>
      <p:sp>
        <p:nvSpPr>
          <p:cNvPr id="5" name="TextBox 4"/>
          <p:cNvSpPr txBox="1"/>
          <p:nvPr/>
        </p:nvSpPr>
        <p:spPr>
          <a:xfrm>
            <a:off x="457200" y="274320"/>
            <a:ext cx="7315200" cy="457200"/>
          </a:xfrm>
          <a:prstGeom prst="rect">
            <a:avLst/>
          </a:prstGeom>
          <a:noFill/>
        </p:spPr>
        <p:txBody>
          <a:bodyPr wrap="none">
            <a:spAutoFit/>
          </a:bodyPr>
          <a:lstStyle/>
          <a:p>
            <a:r>
              <a:t>Customization &amp; Theming</a:t>
            </a:r>
          </a:p>
        </p:txBody>
      </p:sp>
      <p:sp>
        <p:nvSpPr>
          <p:cNvPr id="6" name="TextBox 5"/>
          <p:cNvSpPr txBox="1"/>
          <p:nvPr/>
        </p:nvSpPr>
        <p:spPr>
          <a:xfrm>
            <a:off x="640080" y="1097280"/>
            <a:ext cx="7772400" cy="2743200"/>
          </a:xfrm>
          <a:prstGeom prst="rect">
            <a:avLst/>
          </a:prstGeom>
          <a:noFill/>
        </p:spPr>
        <p:txBody>
          <a:bodyPr wrap="none">
            <a:spAutoFit/>
          </a:bodyPr>
          <a:lstStyle/>
          <a:p>
            <a:r>
              <a:t>CSS Variables</a:t>
            </a:r>
          </a:p>
          <a:p>
            <a:r>
              <a:t>SCSS</a:t>
            </a:r>
          </a:p>
          <a:p>
            <a:r>
              <a:t>Corporate Branding</a:t>
            </a:r>
          </a:p>
        </p:txBody>
      </p:sp>
      <p:sp>
        <p:nvSpPr>
          <p:cNvPr id="7" name="TextBox 6"/>
          <p:cNvSpPr txBox="1"/>
          <p:nvPr/>
        </p:nvSpPr>
        <p:spPr>
          <a:xfrm>
            <a:off x="640080" y="2743200"/>
            <a:ext cx="5029200" cy="1371600"/>
          </a:xfrm>
          <a:prstGeom prst="rect">
            <a:avLst/>
          </a:prstGeom>
          <a:noFill/>
        </p:spPr>
        <p:txBody>
          <a:bodyPr wrap="none">
            <a:spAutoFit/>
          </a:bodyPr>
          <a:lstStyle/>
          <a:p>
            <a:r>
              <a:t>&lt;div class="container"&gt;</a:t>
            </a:r>
          </a:p>
          <a:p>
            <a:r>
              <a:t>  &lt;div class="row"&gt;</a:t>
            </a:r>
          </a:p>
          <a:p>
            <a:r>
              <a:t>    &lt;div class="col-md-6"&gt;&lt;/div&gt;</a:t>
            </a:r>
          </a:p>
          <a:p>
            <a:r>
              <a:t>  &lt;/div&gt;</a:t>
            </a:r>
          </a:p>
          <a:p>
            <a:r>
              <a:t>&lt;/div&gt;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2" sz="quarter"/>
          </p:nvPr>
        </p:nvSpPr>
        <p:spPr/>
        <p:txBody>
          <a:bodyPr/>
          <a:lstStyle/>
          <a:p/>
        </p:txBody>
      </p:sp>
      <p:sp>
        <p:nvSpPr>
          <p:cNvPr id="5" name="TextBox 4"/>
          <p:cNvSpPr txBox="1"/>
          <p:nvPr/>
        </p:nvSpPr>
        <p:spPr>
          <a:xfrm>
            <a:off x="457200" y="274320"/>
            <a:ext cx="7315200" cy="457200"/>
          </a:xfrm>
          <a:prstGeom prst="rect">
            <a:avLst/>
          </a:prstGeom>
          <a:noFill/>
        </p:spPr>
        <p:txBody>
          <a:bodyPr wrap="none">
            <a:spAutoFit/>
          </a:bodyPr>
          <a:lstStyle/>
          <a:p>
            <a:r>
              <a:t>Interview Scenarios</a:t>
            </a:r>
          </a:p>
        </p:txBody>
      </p:sp>
      <p:sp>
        <p:nvSpPr>
          <p:cNvPr id="6" name="TextBox 5"/>
          <p:cNvSpPr txBox="1"/>
          <p:nvPr/>
        </p:nvSpPr>
        <p:spPr>
          <a:xfrm>
            <a:off x="640080" y="1097280"/>
            <a:ext cx="7772400" cy="2743200"/>
          </a:xfrm>
          <a:prstGeom prst="rect">
            <a:avLst/>
          </a:prstGeom>
          <a:noFill/>
        </p:spPr>
        <p:txBody>
          <a:bodyPr wrap="none">
            <a:spAutoFit/>
          </a:bodyPr>
          <a:lstStyle/>
          <a:p>
            <a:r>
              <a:t>Grid vs Flexbox</a:t>
            </a:r>
          </a:p>
          <a:p>
            <a:r>
              <a:t>Migration to BS5</a:t>
            </a:r>
          </a:p>
          <a:p>
            <a:r>
              <a:t>Performance</a:t>
            </a:r>
          </a:p>
        </p:txBody>
      </p:sp>
      <p:sp>
        <p:nvSpPr>
          <p:cNvPr id="7" name="TextBox 6"/>
          <p:cNvSpPr txBox="1"/>
          <p:nvPr/>
        </p:nvSpPr>
        <p:spPr>
          <a:xfrm>
            <a:off x="640080" y="2743200"/>
            <a:ext cx="5029200" cy="1371600"/>
          </a:xfrm>
          <a:prstGeom prst="rect">
            <a:avLst/>
          </a:prstGeom>
          <a:noFill/>
        </p:spPr>
        <p:txBody>
          <a:bodyPr wrap="none">
            <a:spAutoFit/>
          </a:bodyPr>
          <a:lstStyle/>
          <a:p>
            <a:r>
              <a:t>&lt;div class="container"&gt;</a:t>
            </a:r>
          </a:p>
          <a:p>
            <a:r>
              <a:t>  &lt;div class="row"&gt;</a:t>
            </a:r>
          </a:p>
          <a:p>
            <a:r>
              <a:t>    &lt;div class="col-md-6"&gt;&lt;/div&gt;</a:t>
            </a:r>
          </a:p>
          <a:p>
            <a:r>
              <a:t>  &lt;/div&gt;</a:t>
            </a:r>
          </a:p>
          <a:p>
            <a:r>
              <a:t>&lt;/div&gt;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2" sz="quarter"/>
          </p:nvPr>
        </p:nvSpPr>
        <p:spPr/>
        <p:txBody>
          <a:bodyPr/>
          <a:lstStyle/>
          <a:p/>
        </p:txBody>
      </p:sp>
      <p:sp>
        <p:nvSpPr>
          <p:cNvPr id="5" name="TextBox 4"/>
          <p:cNvSpPr txBox="1"/>
          <p:nvPr/>
        </p:nvSpPr>
        <p:spPr>
          <a:xfrm>
            <a:off x="457200" y="274320"/>
            <a:ext cx="7315200" cy="457200"/>
          </a:xfrm>
          <a:prstGeom prst="rect">
            <a:avLst/>
          </a:prstGeom>
          <a:noFill/>
        </p:spPr>
        <p:txBody>
          <a:bodyPr wrap="none">
            <a:spAutoFit/>
          </a:bodyPr>
          <a:lstStyle/>
          <a:p>
            <a:r>
              <a:t>Summary</a:t>
            </a:r>
          </a:p>
        </p:txBody>
      </p:sp>
      <p:sp>
        <p:nvSpPr>
          <p:cNvPr id="6" name="TextBox 5"/>
          <p:cNvSpPr txBox="1"/>
          <p:nvPr/>
        </p:nvSpPr>
        <p:spPr>
          <a:xfrm>
            <a:off x="640080" y="1097280"/>
            <a:ext cx="7772400" cy="2743200"/>
          </a:xfrm>
          <a:prstGeom prst="rect">
            <a:avLst/>
          </a:prstGeom>
          <a:noFill/>
        </p:spPr>
        <p:txBody>
          <a:bodyPr wrap="none">
            <a:spAutoFit/>
          </a:bodyPr>
          <a:lstStyle/>
          <a:p>
            <a:r>
              <a:t>Best Practices</a:t>
            </a:r>
          </a:p>
          <a:p>
            <a:r>
              <a:t>Hands-on Takeaways</a:t>
            </a:r>
          </a:p>
          <a:p>
            <a:r>
              <a:t>Next Steps</a:t>
            </a:r>
          </a:p>
        </p:txBody>
      </p:sp>
      <p:sp>
        <p:nvSpPr>
          <p:cNvPr id="7" name="TextBox 6"/>
          <p:cNvSpPr txBox="1"/>
          <p:nvPr/>
        </p:nvSpPr>
        <p:spPr>
          <a:xfrm>
            <a:off x="640080" y="2743200"/>
            <a:ext cx="5029200" cy="1371600"/>
          </a:xfrm>
          <a:prstGeom prst="rect">
            <a:avLst/>
          </a:prstGeom>
          <a:noFill/>
        </p:spPr>
        <p:txBody>
          <a:bodyPr wrap="none">
            <a:spAutoFit/>
          </a:bodyPr>
          <a:lstStyle/>
          <a:p>
            <a:r>
              <a:t>&lt;div class="container"&gt;</a:t>
            </a:r>
          </a:p>
          <a:p>
            <a:r>
              <a:t>  &lt;div class="row"&gt;</a:t>
            </a:r>
          </a:p>
          <a:p>
            <a:r>
              <a:t>    &lt;div class="col-md-6"&gt;&lt;/div&gt;</a:t>
            </a:r>
          </a:p>
          <a:p>
            <a:r>
              <a:t>  &lt;/div&gt;</a:t>
            </a:r>
          </a:p>
          <a:p>
            <a:r>
              <a:t>&lt;/div&gt;</a:t>
            </a:r>
          </a:p>
        </p:txBody>
      </p:sp>
    </p:spTree>
  </p:cSld>
  <p:clrMapOvr>
    <a:masterClrMapping/>
  </p:clrMapOvr>
</p:sld>
</file>

<file path=ppt/theme/theme1.xml><?xml version="1.0" encoding="utf-8"?>
<a:theme xmlns:a="http://schemas.openxmlformats.org/drawingml/2006/main" name="Office Theme">
  <a:themeElements>
    <a:clrScheme name="CrimsonLogic">
      <a:dk1>
        <a:srgbClr val="000000"/>
      </a:dk1>
      <a:lt1>
        <a:srgbClr val="FFFFFF"/>
      </a:lt1>
      <a:dk2>
        <a:srgbClr val="FF0000"/>
      </a:dk2>
      <a:lt2>
        <a:srgbClr val="F7F7F7"/>
      </a:lt2>
      <a:accent1>
        <a:srgbClr val="236EC3"/>
      </a:accent1>
      <a:accent2>
        <a:srgbClr val="03A032"/>
      </a:accent2>
      <a:accent3>
        <a:srgbClr val="077FA1"/>
      </a:accent3>
      <a:accent4>
        <a:srgbClr val="5A913D"/>
      </a:accent4>
      <a:accent5>
        <a:srgbClr val="F0BC00"/>
      </a:accent5>
      <a:accent6>
        <a:srgbClr val="C54A31"/>
      </a:accent6>
      <a:hlink>
        <a:srgbClr val="FF0000"/>
      </a:hlink>
      <a:folHlink>
        <a:srgbClr val="FF0000"/>
      </a:folHlink>
    </a:clrScheme>
    <a:fontScheme name="CrimsonLogic Default">
      <a:majorFont>
        <a:latin typeface="Silka"/>
        <a:ea typeface=""/>
        <a:cs typeface=""/>
      </a:majorFont>
      <a:minorFont>
        <a:latin typeface="Silk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a2db3bde-a7f5-4689-9f79-ccdc0fc7811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F1F3BB35B1F3B46ABA6244101D9F6A0" ma:contentTypeVersion="20" ma:contentTypeDescription="Create a new document." ma:contentTypeScope="" ma:versionID="2bc4e399d6b176403e02b6c0833fda87">
  <xsd:schema xmlns:xsd="http://www.w3.org/2001/XMLSchema" xmlns:xs="http://www.w3.org/2001/XMLSchema" xmlns:p="http://schemas.microsoft.com/office/2006/metadata/properties" xmlns:ns1="http://schemas.microsoft.com/sharepoint/v3" xmlns:ns3="a2db3bde-a7f5-4689-9f79-ccdc0fc78118" xmlns:ns4="0aa0eabc-1b94-40bf-8fc6-a64a9b134da9" targetNamespace="http://schemas.microsoft.com/office/2006/metadata/properties" ma:root="true" ma:fieldsID="c637c1f171fe43e4be784e08dac93c2f" ns1:_="" ns3:_="" ns4:_="">
    <xsd:import namespace="http://schemas.microsoft.com/sharepoint/v3"/>
    <xsd:import namespace="a2db3bde-a7f5-4689-9f79-ccdc0fc78118"/>
    <xsd:import namespace="0aa0eabc-1b94-40bf-8fc6-a64a9b134da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activity" minOccurs="0"/>
                <xsd:element ref="ns3:MediaServiceSearchProperties"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description="" ma:hidden="true" ma:internalName="_ip_UnifiedCompliancePolicyProperties">
      <xsd:simpleType>
        <xsd:restriction base="dms:Note"/>
      </xsd:simpleType>
    </xsd:element>
    <xsd:element name="_ip_UnifiedCompliancePolicyUIAction" ma:index="14" nillable="true" ma:displayName="Unified Compliance Policy UI Action" ma:descrip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db3bde-a7f5-4689-9f79-ccdc0fc78118"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Location" ma:index="12" nillable="true" ma:displayName="MediaServiceLocation" ma:description="" ma:internalName="MediaServiceLocation" ma:readOnly="true">
      <xsd:simpleType>
        <xsd:restriction base="dms:Text"/>
      </xsd:simpleType>
    </xsd:element>
    <xsd:element name="MediaServiceOCR" ma:index="18" nillable="true" ma:displayName="MediaServiceOCR"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element name="_activity" ma:index="24" nillable="true" ma:displayName="_activity" ma:hidden="true" ma:internalName="_activity">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ystemTags" ma:index="27"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aa0eabc-1b94-40bf-8fc6-a64a9b134da9" elementFormDefault="qualified">
    <xsd:import namespace="http://schemas.microsoft.com/office/2006/documentManagement/types"/>
    <xsd:import namespace="http://schemas.microsoft.com/office/infopath/2007/PartnerControls"/>
    <xsd:element name="SharedWithUsers" ma:index="15"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SharingHintHash" ma:index="17"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0146BC-3941-4B4F-A084-5A2AE26BD0F4}">
  <ds:schemaRefs>
    <ds:schemaRef ds:uri="http://schemas.microsoft.com/sharepoint/v3/contenttype/forms"/>
  </ds:schemaRefs>
</ds:datastoreItem>
</file>

<file path=customXml/itemProps2.xml><?xml version="1.0" encoding="utf-8"?>
<ds:datastoreItem xmlns:ds="http://schemas.openxmlformats.org/officeDocument/2006/customXml" ds:itemID="{7053D698-0A73-486C-92F8-580B5DB0648B}">
  <ds:schemaRefs>
    <ds:schemaRef ds:uri="http://schemas.openxmlformats.org/package/2006/metadata/core-properties"/>
    <ds:schemaRef ds:uri="http://schemas.microsoft.com/office/infopath/2007/PartnerControls"/>
    <ds:schemaRef ds:uri="http://purl.org/dc/terms/"/>
    <ds:schemaRef ds:uri="0aa0eabc-1b94-40bf-8fc6-a64a9b134da9"/>
    <ds:schemaRef ds:uri="a2db3bde-a7f5-4689-9f79-ccdc0fc78118"/>
    <ds:schemaRef ds:uri="http://schemas.microsoft.com/sharepoint/v3"/>
    <ds:schemaRef ds:uri="http://purl.org/dc/dcmitype/"/>
    <ds:schemaRef ds:uri="http://schemas.microsoft.com/office/2006/documentManagement/types"/>
    <ds:schemaRef ds:uri="http://schemas.microsoft.com/office/2006/metadata/properties"/>
    <ds:schemaRef ds:uri="http://www.w3.org/XML/1998/namespace"/>
    <ds:schemaRef ds:uri="http://purl.org/dc/elements/1.1/"/>
  </ds:schemaRefs>
</ds:datastoreItem>
</file>

<file path=customXml/itemProps3.xml><?xml version="1.0" encoding="utf-8"?>
<ds:datastoreItem xmlns:ds="http://schemas.openxmlformats.org/officeDocument/2006/customXml" ds:itemID="{CE40A3B0-1DD5-48ED-B83F-948087C82E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2db3bde-a7f5-4689-9f79-ccdc0fc78118"/>
    <ds:schemaRef ds:uri="0aa0eabc-1b94-40bf-8fc6-a64a9b134d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1818</TotalTime>
  <Words>1185</Words>
  <Application>Microsoft Office PowerPoint</Application>
  <PresentationFormat>Widescreen</PresentationFormat>
  <Paragraphs>149</Paragraphs>
  <Slides>24</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Wingdings</vt:lpstr>
      <vt:lpstr>Silka Bold</vt:lpstr>
      <vt:lpstr>Silka SemiBold</vt:lpstr>
      <vt:lpstr>Calibri</vt:lpstr>
      <vt:lpstr>Arial</vt:lpstr>
      <vt:lpstr>Silka Medium</vt:lpstr>
      <vt:lpstr>Silka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CrimsonLogic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 Koh</dc:creator>
  <cp:lastModifiedBy>Raghunath A</cp:lastModifiedBy>
  <cp:revision>41</cp:revision>
  <dcterms:created xsi:type="dcterms:W3CDTF">2023-08-28T03:26:23Z</dcterms:created>
  <dcterms:modified xsi:type="dcterms:W3CDTF">2024-04-18T06:19:25Z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0x0101003F1F3BB35B1F3B46ABA6244101D9F6A0</vt:lpwstr>
  </property>
</Properties>
</file>