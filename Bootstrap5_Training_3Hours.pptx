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Bootstrap 5 for Enterprise Application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Responsive UI Development</a:t>
            </a:r>
          </a:p>
          <a:p>
            <a:r>
              <a:t>• Bootstrap 5 Best Practices</a:t>
            </a:r>
          </a:p>
          <a:p>
            <a:r>
              <a:t>• Angular Integration</a:t>
            </a:r>
          </a:p>
          <a:p>
            <a:r>
              <a:t>• Real-world 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Bootstrap Architecture</a:t>
            </a:r>
          </a:p>
          <a:p>
            <a:r>
              <a:t>• Grid System</a:t>
            </a:r>
          </a:p>
          <a:p>
            <a:r>
              <a:t>• Flexbox &amp; Utilities</a:t>
            </a:r>
          </a:p>
          <a:p>
            <a:r>
              <a:t>• Components</a:t>
            </a:r>
          </a:p>
          <a:p>
            <a:r>
              <a:t>• Forms &amp; Validation</a:t>
            </a:r>
          </a:p>
          <a:p>
            <a:r>
              <a:t>• Customization</a:t>
            </a:r>
          </a:p>
          <a:p>
            <a:r>
              <a:t>• Angular Integration</a:t>
            </a:r>
          </a:p>
          <a:p>
            <a:r>
              <a:t>•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Bootstrap?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UI</a:t>
            </a:r>
          </a:p>
          <a:p>
            <a:r>
              <a:t>• Responsive Design</a:t>
            </a:r>
          </a:p>
          <a:p>
            <a:r>
              <a:t>• Faster Development</a:t>
            </a:r>
          </a:p>
          <a:p>
            <a:r>
              <a:t>• Cross-Browser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5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Utilities</a:t>
            </a:r>
          </a:p>
          <a:p>
            <a:r>
              <a:t>• Grid System</a:t>
            </a:r>
          </a:p>
          <a:p>
            <a:r>
              <a:t>• Components</a:t>
            </a:r>
          </a:p>
          <a:p>
            <a:r>
              <a:t>• JavaScript Plugins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Breakpoints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xs &lt;576px</a:t>
            </a:r>
          </a:p>
          <a:p>
            <a:r>
              <a:t>• sm ≥576px</a:t>
            </a:r>
          </a:p>
          <a:p>
            <a:r>
              <a:t>• md ≥768px</a:t>
            </a:r>
          </a:p>
          <a:p>
            <a:r>
              <a:t>• lg ≥992px</a:t>
            </a:r>
          </a:p>
          <a:p>
            <a:r>
              <a:t>• xl ≥1200px</a:t>
            </a:r>
          </a:p>
          <a:p>
            <a:r>
              <a:t>• xxl ≥1400px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12-column layout</a:t>
            </a:r>
          </a:p>
          <a:p>
            <a:r>
              <a:t>• Containers</a:t>
            </a:r>
          </a:p>
          <a:p>
            <a:r>
              <a:t>• Rows and Columns</a:t>
            </a:r>
          </a:p>
          <a:p>
            <a:r>
              <a:t>• Responsive layouts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Layout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Sidebar</a:t>
            </a:r>
          </a:p>
          <a:p>
            <a:r>
              <a:t>• Header</a:t>
            </a:r>
          </a:p>
          <a:p>
            <a:r>
              <a:t>• Content Area</a:t>
            </a:r>
          </a:p>
          <a:p>
            <a:r>
              <a:t>• Responsive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Flexbox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justify-content-between</a:t>
            </a:r>
          </a:p>
          <a:p>
            <a:r>
              <a:t>• align-items-center</a:t>
            </a:r>
          </a:p>
          <a:p>
            <a:r>
              <a:t>• flex-column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Spacing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Margins m-0 to m-5</a:t>
            </a:r>
          </a:p>
          <a:p>
            <a:r>
              <a:t>• Padding p-0 to p-5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Navbar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Menu Toggle</a:t>
            </a:r>
          </a:p>
          <a:p>
            <a:r>
              <a:t>• Collapsible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Cards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Dashboard</a:t>
            </a:r>
          </a:p>
          <a:p>
            <a:r>
              <a:t>• Summary Widgets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Modal Popup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User</a:t>
            </a:r>
          </a:p>
          <a:p>
            <a:r>
              <a:t>• Edit User</a:t>
            </a:r>
          </a:p>
          <a:p>
            <a:r>
              <a:t>• Delete Confirmation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Accordion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FAQs</a:t>
            </a:r>
          </a:p>
          <a:p>
            <a:r>
              <a:t>• Help Pages</a:t>
            </a:r>
          </a:p>
          <a:p>
            <a:r>
              <a:t>• Settings Screens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Offcanvas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Sidebar Pattern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Textbox</a:t>
            </a:r>
          </a:p>
          <a:p>
            <a:r>
              <a:t>• Dropdown</a:t>
            </a:r>
          </a:p>
          <a:p>
            <a:r>
              <a:t>• Radio</a:t>
            </a:r>
          </a:p>
          <a:p>
            <a:r>
              <a:t>• Checkbox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 State</a:t>
            </a:r>
          </a:p>
          <a:p>
            <a:r>
              <a:t>• Invalid State</a:t>
            </a:r>
          </a:p>
          <a:p>
            <a:r>
              <a:t>• Required Fields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datasets</a:t>
            </a:r>
          </a:p>
          <a:p>
            <a:r>
              <a:t>• Mobile-friendly tables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Variables</a:t>
            </a:r>
          </a:p>
          <a:p>
            <a:r>
              <a:t>• Corporate Branding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with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Component-based UI</a:t>
            </a:r>
          </a:p>
          <a:p>
            <a:r>
              <a:t>• Shared Styles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 multiple submissions</a:t>
            </a:r>
          </a:p>
          <a:p>
            <a:r>
              <a:t>• Disable Save button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Components</a:t>
            </a:r>
          </a:p>
          <a:p>
            <a:r>
              <a:t>• Utility Classes</a:t>
            </a:r>
          </a:p>
          <a:p>
            <a:r>
              <a:t>• Reduce DOM Complexity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3 vs Bootstrap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jQuery</a:t>
            </a:r>
          </a:p>
          <a:p>
            <a:r>
              <a:t>• Flexbox</a:t>
            </a:r>
          </a:p>
          <a:p>
            <a:r>
              <a:t>• Utility API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Dashboard</a:t>
            </a:r>
          </a:p>
          <a:p>
            <a:r>
              <a:t>• Forms</a:t>
            </a:r>
          </a:p>
          <a:p>
            <a:r>
              <a:t>• Tables</a:t>
            </a:r>
          </a:p>
          <a:p>
            <a:r>
              <a:t>• Modal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Grid vs Flexbox</a:t>
            </a:r>
          </a:p>
          <a:p>
            <a:r>
              <a:t>• Mobile First</a:t>
            </a:r>
          </a:p>
          <a:p>
            <a:r>
              <a:t>• Utility Classes</a:t>
            </a:r>
          </a:p>
          <a:p>
            <a:r>
              <a:t>• Theme Customization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Design</a:t>
            </a:r>
          </a:p>
          <a:p>
            <a:r>
              <a:t>• Components</a:t>
            </a:r>
          </a:p>
          <a:p>
            <a:r>
              <a:t>• Angular Integration</a:t>
            </a:r>
          </a:p>
          <a:p>
            <a:r>
              <a:t>• Best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