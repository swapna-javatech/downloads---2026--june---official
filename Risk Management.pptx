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91" r:id="rId6"/>
    <p:sldId id="293" r:id="rId7"/>
    <p:sldId id="294" r:id="rId8"/>
    <p:sldId id="271" r:id="rId9"/>
    <p:sldId id="295" r:id="rId10"/>
    <p:sldId id="274" r:id="rId11"/>
    <p:sldId id="296" r:id="rId12"/>
    <p:sldId id="297" r:id="rId13"/>
    <p:sldId id="299" r:id="rId14"/>
    <p:sldId id="266" r:id="rId15"/>
    <p:sldId id="298" r:id="rId16"/>
    <p:sldId id="300" r:id="rId17"/>
    <p:sldId id="267" r:id="rId18"/>
  </p:sldIdLst>
  <p:sldSz cx="12192000" cy="6858000"/>
  <p:notesSz cx="6858000" cy="9144000"/>
  <p:embeddedFontLst>
    <p:embeddedFont>
      <p:font typeface="Silka" panose="020B0604020202020204" charset="0"/>
      <p:regular r:id="rId21"/>
      <p:italic r:id="rId22"/>
    </p:embeddedFont>
    <p:embeddedFont>
      <p:font typeface="Silka Bold" panose="020B0604020202020204" charset="0"/>
      <p:bold r:id="rId23"/>
      <p:boldItalic r:id="rId24"/>
    </p:embeddedFont>
    <p:embeddedFont>
      <p:font typeface="Silka SemiBold" panose="020B0604020202020204" charset="0"/>
      <p:bold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orient="horz" pos="3997" userDrawn="1">
          <p15:clr>
            <a:srgbClr val="A4A3A4"/>
          </p15:clr>
        </p15:guide>
        <p15:guide id="5" pos="3840">
          <p15:clr>
            <a:srgbClr val="A4A3A4"/>
          </p15:clr>
        </p15:guide>
        <p15:guide id="6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2B9AC-9F59-4416-B8D3-35932849A7BC}" v="64" dt="2026-05-07T09:30:44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412" autoAdjust="0"/>
    <p:restoredTop sz="94691" autoAdjust="0"/>
  </p:normalViewPr>
  <p:slideViewPr>
    <p:cSldViewPr snapToGrid="0">
      <p:cViewPr varScale="1">
        <p:scale>
          <a:sx n="59" d="100"/>
          <a:sy n="59" d="100"/>
        </p:scale>
        <p:origin x="220" y="76"/>
      </p:cViewPr>
      <p:guideLst>
        <p:guide orient="horz" pos="2160"/>
        <p:guide orient="horz" pos="3997"/>
        <p:guide pos="384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0" d="100"/>
          <a:sy n="100" d="100"/>
        </p:scale>
        <p:origin x="22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gaprasad C" userId="aa73c0bc-8071-43bb-aaab-d2eb45e314dd" providerId="ADAL" clId="{DED7A56D-180B-4C07-9D26-B2FD5E9F4D58}"/>
    <pc:docChg chg="undo redo custSel addSld delSld modSld">
      <pc:chgData name="Durgaprasad C" userId="aa73c0bc-8071-43bb-aaab-d2eb45e314dd" providerId="ADAL" clId="{DED7A56D-180B-4C07-9D26-B2FD5E9F4D58}" dt="2026-05-07T09:30:46.950" v="895" actId="20577"/>
      <pc:docMkLst>
        <pc:docMk/>
      </pc:docMkLst>
      <pc:sldChg chg="del">
        <pc:chgData name="Durgaprasad C" userId="aa73c0bc-8071-43bb-aaab-d2eb45e314dd" providerId="ADAL" clId="{DED7A56D-180B-4C07-9D26-B2FD5E9F4D58}" dt="2026-05-07T03:41:00.694" v="23" actId="47"/>
        <pc:sldMkLst>
          <pc:docMk/>
          <pc:sldMk cId="1347075638" sldId="262"/>
        </pc:sldMkLst>
      </pc:sldChg>
      <pc:sldChg chg="del">
        <pc:chgData name="Durgaprasad C" userId="aa73c0bc-8071-43bb-aaab-d2eb45e314dd" providerId="ADAL" clId="{DED7A56D-180B-4C07-9D26-B2FD5E9F4D58}" dt="2026-05-07T03:41:02.837" v="24" actId="47"/>
        <pc:sldMkLst>
          <pc:docMk/>
          <pc:sldMk cId="3258525302" sldId="263"/>
        </pc:sldMkLst>
      </pc:sldChg>
      <pc:sldChg chg="modSp del">
        <pc:chgData name="Durgaprasad C" userId="aa73c0bc-8071-43bb-aaab-d2eb45e314dd" providerId="ADAL" clId="{DED7A56D-180B-4C07-9D26-B2FD5E9F4D58}" dt="2026-05-07T09:23:20.179" v="855" actId="47"/>
        <pc:sldMkLst>
          <pc:docMk/>
          <pc:sldMk cId="361383996" sldId="264"/>
        </pc:sldMkLst>
        <pc:spChg chg="mod">
          <ac:chgData name="Durgaprasad C" userId="aa73c0bc-8071-43bb-aaab-d2eb45e314dd" providerId="ADAL" clId="{DED7A56D-180B-4C07-9D26-B2FD5E9F4D58}" dt="2026-05-07T03:42:41.493" v="26"/>
          <ac:spMkLst>
            <pc:docMk/>
            <pc:sldMk cId="361383996" sldId="264"/>
            <ac:spMk id="4" creationId="{B445F56F-D1A1-5973-72EF-902E46F01636}"/>
          </ac:spMkLst>
        </pc:spChg>
      </pc:sldChg>
      <pc:sldChg chg="del">
        <pc:chgData name="Durgaprasad C" userId="aa73c0bc-8071-43bb-aaab-d2eb45e314dd" providerId="ADAL" clId="{DED7A56D-180B-4C07-9D26-B2FD5E9F4D58}" dt="2026-05-07T03:41:08.577" v="25" actId="47"/>
        <pc:sldMkLst>
          <pc:docMk/>
          <pc:sldMk cId="236858799" sldId="265"/>
        </pc:sldMkLst>
      </pc:sldChg>
      <pc:sldChg chg="delSp modSp mod">
        <pc:chgData name="Durgaprasad C" userId="aa73c0bc-8071-43bb-aaab-d2eb45e314dd" providerId="ADAL" clId="{DED7A56D-180B-4C07-9D26-B2FD5E9F4D58}" dt="2026-05-07T09:15:04.230" v="818" actId="1076"/>
        <pc:sldMkLst>
          <pc:docMk/>
          <pc:sldMk cId="3588480822" sldId="266"/>
        </pc:sldMkLst>
        <pc:spChg chg="mod">
          <ac:chgData name="Durgaprasad C" userId="aa73c0bc-8071-43bb-aaab-d2eb45e314dd" providerId="ADAL" clId="{DED7A56D-180B-4C07-9D26-B2FD5E9F4D58}" dt="2026-05-07T08:59:20.658" v="557"/>
          <ac:spMkLst>
            <pc:docMk/>
            <pc:sldMk cId="3588480822" sldId="266"/>
            <ac:spMk id="7" creationId="{1321156F-A5A2-5CA7-FDDC-35ABAE1E6C3E}"/>
          </ac:spMkLst>
        </pc:spChg>
        <pc:spChg chg="mod">
          <ac:chgData name="Durgaprasad C" userId="aa73c0bc-8071-43bb-aaab-d2eb45e314dd" providerId="ADAL" clId="{DED7A56D-180B-4C07-9D26-B2FD5E9F4D58}" dt="2026-05-07T09:15:04.230" v="818" actId="1076"/>
          <ac:spMkLst>
            <pc:docMk/>
            <pc:sldMk cId="3588480822" sldId="266"/>
            <ac:spMk id="8" creationId="{A8225839-CAEA-2E37-6907-3C2517AD9F89}"/>
          </ac:spMkLst>
        </pc:spChg>
        <pc:spChg chg="del mod">
          <ac:chgData name="Durgaprasad C" userId="aa73c0bc-8071-43bb-aaab-d2eb45e314dd" providerId="ADAL" clId="{DED7A56D-180B-4C07-9D26-B2FD5E9F4D58}" dt="2026-05-07T09:01:17.781" v="604" actId="478"/>
          <ac:spMkLst>
            <pc:docMk/>
            <pc:sldMk cId="3588480822" sldId="266"/>
            <ac:spMk id="9" creationId="{F313E26C-218D-3B36-C685-D3A79774307D}"/>
          </ac:spMkLst>
        </pc:spChg>
        <pc:graphicFrameChg chg="del">
          <ac:chgData name="Durgaprasad C" userId="aa73c0bc-8071-43bb-aaab-d2eb45e314dd" providerId="ADAL" clId="{DED7A56D-180B-4C07-9D26-B2FD5E9F4D58}" dt="2026-05-07T09:06:46.676" v="696" actId="478"/>
          <ac:graphicFrameMkLst>
            <pc:docMk/>
            <pc:sldMk cId="3588480822" sldId="266"/>
            <ac:graphicFrameMk id="6" creationId="{66FDCF04-C749-F7D3-D020-7E536418A48B}"/>
          </ac:graphicFrameMkLst>
        </pc:graphicFrameChg>
      </pc:sldChg>
      <pc:sldChg chg="del">
        <pc:chgData name="Durgaprasad C" userId="aa73c0bc-8071-43bb-aaab-d2eb45e314dd" providerId="ADAL" clId="{DED7A56D-180B-4C07-9D26-B2FD5E9F4D58}" dt="2026-05-07T09:15:36.266" v="822" actId="47"/>
        <pc:sldMkLst>
          <pc:docMk/>
          <pc:sldMk cId="782903549" sldId="268"/>
        </pc:sldMkLst>
      </pc:sldChg>
      <pc:sldChg chg="modSp del mod">
        <pc:chgData name="Durgaprasad C" userId="aa73c0bc-8071-43bb-aaab-d2eb45e314dd" providerId="ADAL" clId="{DED7A56D-180B-4C07-9D26-B2FD5E9F4D58}" dt="2026-05-07T09:24:06.879" v="864" actId="47"/>
        <pc:sldMkLst>
          <pc:docMk/>
          <pc:sldMk cId="3615255087" sldId="270"/>
        </pc:sldMkLst>
        <pc:spChg chg="mod">
          <ac:chgData name="Durgaprasad C" userId="aa73c0bc-8071-43bb-aaab-d2eb45e314dd" providerId="ADAL" clId="{DED7A56D-180B-4C07-9D26-B2FD5E9F4D58}" dt="2026-05-07T09:23:34.700" v="863" actId="20577"/>
          <ac:spMkLst>
            <pc:docMk/>
            <pc:sldMk cId="3615255087" sldId="270"/>
            <ac:spMk id="4" creationId="{26836833-370C-AB22-CEFF-97B25A80B51B}"/>
          </ac:spMkLst>
        </pc:spChg>
      </pc:sldChg>
      <pc:sldChg chg="addSp delSp modSp mod">
        <pc:chgData name="Durgaprasad C" userId="aa73c0bc-8071-43bb-aaab-d2eb45e314dd" providerId="ADAL" clId="{DED7A56D-180B-4C07-9D26-B2FD5E9F4D58}" dt="2026-05-07T08:42:20.751" v="482" actId="207"/>
        <pc:sldMkLst>
          <pc:docMk/>
          <pc:sldMk cId="4086490178" sldId="271"/>
        </pc:sldMkLst>
        <pc:spChg chg="add mod">
          <ac:chgData name="Durgaprasad C" userId="aa73c0bc-8071-43bb-aaab-d2eb45e314dd" providerId="ADAL" clId="{DED7A56D-180B-4C07-9D26-B2FD5E9F4D58}" dt="2026-05-07T08:42:20.751" v="482" actId="207"/>
          <ac:spMkLst>
            <pc:docMk/>
            <pc:sldMk cId="4086490178" sldId="271"/>
            <ac:spMk id="6" creationId="{D37FA492-E80D-09CA-448D-D2E68B567ED0}"/>
          </ac:spMkLst>
        </pc:spChg>
        <pc:spChg chg="mod">
          <ac:chgData name="Durgaprasad C" userId="aa73c0bc-8071-43bb-aaab-d2eb45e314dd" providerId="ADAL" clId="{DED7A56D-180B-4C07-9D26-B2FD5E9F4D58}" dt="2026-05-07T05:07:21.184" v="90" actId="20577"/>
          <ac:spMkLst>
            <pc:docMk/>
            <pc:sldMk cId="4086490178" sldId="271"/>
            <ac:spMk id="7" creationId="{1321156F-A5A2-5CA7-FDDC-35ABAE1E6C3E}"/>
          </ac:spMkLst>
        </pc:spChg>
        <pc:graphicFrameChg chg="del">
          <ac:chgData name="Durgaprasad C" userId="aa73c0bc-8071-43bb-aaab-d2eb45e314dd" providerId="ADAL" clId="{DED7A56D-180B-4C07-9D26-B2FD5E9F4D58}" dt="2026-05-07T05:07:13.606" v="82" actId="478"/>
          <ac:graphicFrameMkLst>
            <pc:docMk/>
            <pc:sldMk cId="4086490178" sldId="271"/>
            <ac:graphicFrameMk id="2" creationId="{A828E5B0-3C0A-02A0-5099-0F04C7B23191}"/>
          </ac:graphicFrameMkLst>
        </pc:graphicFrameChg>
        <pc:picChg chg="add mod">
          <ac:chgData name="Durgaprasad C" userId="aa73c0bc-8071-43bb-aaab-d2eb45e314dd" providerId="ADAL" clId="{DED7A56D-180B-4C07-9D26-B2FD5E9F4D58}" dt="2026-05-07T08:39:54.044" v="460" actId="1076"/>
          <ac:picMkLst>
            <pc:docMk/>
            <pc:sldMk cId="4086490178" sldId="271"/>
            <ac:picMk id="4" creationId="{09A2ACFF-6F65-8E69-235A-C3A755A9B51B}"/>
          </ac:picMkLst>
        </pc:picChg>
      </pc:sldChg>
      <pc:sldChg chg="del">
        <pc:chgData name="Durgaprasad C" userId="aa73c0bc-8071-43bb-aaab-d2eb45e314dd" providerId="ADAL" clId="{DED7A56D-180B-4C07-9D26-B2FD5E9F4D58}" dt="2026-05-07T08:43:10.138" v="483" actId="47"/>
        <pc:sldMkLst>
          <pc:docMk/>
          <pc:sldMk cId="363354073" sldId="272"/>
        </pc:sldMkLst>
      </pc:sldChg>
      <pc:sldChg chg="addSp delSp modSp mod">
        <pc:chgData name="Durgaprasad C" userId="aa73c0bc-8071-43bb-aaab-d2eb45e314dd" providerId="ADAL" clId="{DED7A56D-180B-4C07-9D26-B2FD5E9F4D58}" dt="2026-05-07T09:29:42.266" v="880" actId="1076"/>
        <pc:sldMkLst>
          <pc:docMk/>
          <pc:sldMk cId="4220021178" sldId="274"/>
        </pc:sldMkLst>
        <pc:spChg chg="mod">
          <ac:chgData name="Durgaprasad C" userId="aa73c0bc-8071-43bb-aaab-d2eb45e314dd" providerId="ADAL" clId="{DED7A56D-180B-4C07-9D26-B2FD5E9F4D58}" dt="2026-05-07T07:11:50.426" v="438" actId="20577"/>
          <ac:spMkLst>
            <pc:docMk/>
            <pc:sldMk cId="4220021178" sldId="274"/>
            <ac:spMk id="7" creationId="{1321156F-A5A2-5CA7-FDDC-35ABAE1E6C3E}"/>
          </ac:spMkLst>
        </pc:spChg>
        <pc:spChg chg="add mod">
          <ac:chgData name="Durgaprasad C" userId="aa73c0bc-8071-43bb-aaab-d2eb45e314dd" providerId="ADAL" clId="{DED7A56D-180B-4C07-9D26-B2FD5E9F4D58}" dt="2026-05-07T09:21:19.453" v="853" actId="12"/>
          <ac:spMkLst>
            <pc:docMk/>
            <pc:sldMk cId="4220021178" sldId="274"/>
            <ac:spMk id="8" creationId="{7103CE8B-1DED-7FE1-3AD2-0EBD915F617A}"/>
          </ac:spMkLst>
        </pc:spChg>
        <pc:spChg chg="add mod">
          <ac:chgData name="Durgaprasad C" userId="aa73c0bc-8071-43bb-aaab-d2eb45e314dd" providerId="ADAL" clId="{DED7A56D-180B-4C07-9D26-B2FD5E9F4D58}" dt="2026-05-07T09:29:42.266" v="880" actId="1076"/>
          <ac:spMkLst>
            <pc:docMk/>
            <pc:sldMk cId="4220021178" sldId="274"/>
            <ac:spMk id="12" creationId="{75ACA4AE-D2BB-52F9-7D9B-F61D2C88C605}"/>
          </ac:spMkLst>
        </pc:spChg>
        <pc:graphicFrameChg chg="del modGraphic">
          <ac:chgData name="Durgaprasad C" userId="aa73c0bc-8071-43bb-aaab-d2eb45e314dd" providerId="ADAL" clId="{DED7A56D-180B-4C07-9D26-B2FD5E9F4D58}" dt="2026-05-07T05:38:43.442" v="132" actId="478"/>
          <ac:graphicFrameMkLst>
            <pc:docMk/>
            <pc:sldMk cId="4220021178" sldId="274"/>
            <ac:graphicFrameMk id="2" creationId="{A828E5B0-3C0A-02A0-5099-0F04C7B23191}"/>
          </ac:graphicFrameMkLst>
        </pc:graphicFrameChg>
        <pc:graphicFrameChg chg="del">
          <ac:chgData name="Durgaprasad C" userId="aa73c0bc-8071-43bb-aaab-d2eb45e314dd" providerId="ADAL" clId="{DED7A56D-180B-4C07-9D26-B2FD5E9F4D58}" dt="2026-05-07T05:38:47.041" v="133" actId="478"/>
          <ac:graphicFrameMkLst>
            <pc:docMk/>
            <pc:sldMk cId="4220021178" sldId="274"/>
            <ac:graphicFrameMk id="3" creationId="{8A5D631E-7EB0-78E7-E9F5-031505C979D5}"/>
          </ac:graphicFrameMkLst>
        </pc:graphicFrameChg>
        <pc:picChg chg="add del">
          <ac:chgData name="Durgaprasad C" userId="aa73c0bc-8071-43bb-aaab-d2eb45e314dd" providerId="ADAL" clId="{DED7A56D-180B-4C07-9D26-B2FD5E9F4D58}" dt="2026-05-07T05:38:54.400" v="135" actId="22"/>
          <ac:picMkLst>
            <pc:docMk/>
            <pc:sldMk cId="4220021178" sldId="274"/>
            <ac:picMk id="5" creationId="{11FBF870-E5B4-F6A6-EEF8-47FD0CEA414C}"/>
          </ac:picMkLst>
        </pc:picChg>
        <pc:picChg chg="add mod">
          <ac:chgData name="Durgaprasad C" userId="aa73c0bc-8071-43bb-aaab-d2eb45e314dd" providerId="ADAL" clId="{DED7A56D-180B-4C07-9D26-B2FD5E9F4D58}" dt="2026-05-07T09:21:30.804" v="854" actId="1076"/>
          <ac:picMkLst>
            <pc:docMk/>
            <pc:sldMk cId="4220021178" sldId="274"/>
            <ac:picMk id="10" creationId="{91865AC7-875D-CBB0-B882-2C01C6DAD30A}"/>
          </ac:picMkLst>
        </pc:picChg>
      </pc:sldChg>
      <pc:sldChg chg="del">
        <pc:chgData name="Durgaprasad C" userId="aa73c0bc-8071-43bb-aaab-d2eb45e314dd" providerId="ADAL" clId="{DED7A56D-180B-4C07-9D26-B2FD5E9F4D58}" dt="2026-05-07T09:15:33.349" v="820" actId="47"/>
        <pc:sldMkLst>
          <pc:docMk/>
          <pc:sldMk cId="638258586" sldId="275"/>
        </pc:sldMkLst>
      </pc:sldChg>
      <pc:sldChg chg="del">
        <pc:chgData name="Durgaprasad C" userId="aa73c0bc-8071-43bb-aaab-d2eb45e314dd" providerId="ADAL" clId="{DED7A56D-180B-4C07-9D26-B2FD5E9F4D58}" dt="2026-05-07T08:59:13.263" v="555" actId="47"/>
        <pc:sldMkLst>
          <pc:docMk/>
          <pc:sldMk cId="504430785" sldId="276"/>
        </pc:sldMkLst>
      </pc:sldChg>
      <pc:sldChg chg="del">
        <pc:chgData name="Durgaprasad C" userId="aa73c0bc-8071-43bb-aaab-d2eb45e314dd" providerId="ADAL" clId="{DED7A56D-180B-4C07-9D26-B2FD5E9F4D58}" dt="2026-05-07T09:28:23.908" v="867" actId="47"/>
        <pc:sldMkLst>
          <pc:docMk/>
          <pc:sldMk cId="1519365688" sldId="278"/>
        </pc:sldMkLst>
      </pc:sldChg>
      <pc:sldChg chg="del">
        <pc:chgData name="Durgaprasad C" userId="aa73c0bc-8071-43bb-aaab-d2eb45e314dd" providerId="ADAL" clId="{DED7A56D-180B-4C07-9D26-B2FD5E9F4D58}" dt="2026-05-07T08:43:18.589" v="484" actId="47"/>
        <pc:sldMkLst>
          <pc:docMk/>
          <pc:sldMk cId="778461509" sldId="280"/>
        </pc:sldMkLst>
      </pc:sldChg>
      <pc:sldChg chg="del">
        <pc:chgData name="Durgaprasad C" userId="aa73c0bc-8071-43bb-aaab-d2eb45e314dd" providerId="ADAL" clId="{DED7A56D-180B-4C07-9D26-B2FD5E9F4D58}" dt="2026-05-07T09:15:32.427" v="819" actId="47"/>
        <pc:sldMkLst>
          <pc:docMk/>
          <pc:sldMk cId="3375829564" sldId="282"/>
        </pc:sldMkLst>
      </pc:sldChg>
      <pc:sldChg chg="del">
        <pc:chgData name="Durgaprasad C" userId="aa73c0bc-8071-43bb-aaab-d2eb45e314dd" providerId="ADAL" clId="{DED7A56D-180B-4C07-9D26-B2FD5E9F4D58}" dt="2026-05-07T09:15:34.175" v="821" actId="47"/>
        <pc:sldMkLst>
          <pc:docMk/>
          <pc:sldMk cId="2953650168" sldId="283"/>
        </pc:sldMkLst>
      </pc:sldChg>
      <pc:sldChg chg="add del">
        <pc:chgData name="Durgaprasad C" userId="aa73c0bc-8071-43bb-aaab-d2eb45e314dd" providerId="ADAL" clId="{DED7A56D-180B-4C07-9D26-B2FD5E9F4D58}" dt="2026-05-07T09:28:31.995" v="871" actId="47"/>
        <pc:sldMkLst>
          <pc:docMk/>
          <pc:sldMk cId="3650237504" sldId="284"/>
        </pc:sldMkLst>
      </pc:sldChg>
      <pc:sldChg chg="del">
        <pc:chgData name="Durgaprasad C" userId="aa73c0bc-8071-43bb-aaab-d2eb45e314dd" providerId="ADAL" clId="{DED7A56D-180B-4C07-9D26-B2FD5E9F4D58}" dt="2026-05-07T09:28:21.884" v="865" actId="47"/>
        <pc:sldMkLst>
          <pc:docMk/>
          <pc:sldMk cId="2415611379" sldId="286"/>
        </pc:sldMkLst>
      </pc:sldChg>
      <pc:sldChg chg="del">
        <pc:chgData name="Durgaprasad C" userId="aa73c0bc-8071-43bb-aaab-d2eb45e314dd" providerId="ADAL" clId="{DED7A56D-180B-4C07-9D26-B2FD5E9F4D58}" dt="2026-05-07T09:28:23.010" v="866" actId="47"/>
        <pc:sldMkLst>
          <pc:docMk/>
          <pc:sldMk cId="2233415407" sldId="287"/>
        </pc:sldMkLst>
      </pc:sldChg>
      <pc:sldChg chg="del">
        <pc:chgData name="Durgaprasad C" userId="aa73c0bc-8071-43bb-aaab-d2eb45e314dd" providerId="ADAL" clId="{DED7A56D-180B-4C07-9D26-B2FD5E9F4D58}" dt="2026-05-07T09:28:25.153" v="868" actId="47"/>
        <pc:sldMkLst>
          <pc:docMk/>
          <pc:sldMk cId="1390795172" sldId="289"/>
        </pc:sldMkLst>
      </pc:sldChg>
      <pc:sldChg chg="delSp modSp mod">
        <pc:chgData name="Durgaprasad C" userId="aa73c0bc-8071-43bb-aaab-d2eb45e314dd" providerId="ADAL" clId="{DED7A56D-180B-4C07-9D26-B2FD5E9F4D58}" dt="2026-05-07T08:39:16.393" v="455" actId="478"/>
        <pc:sldMkLst>
          <pc:docMk/>
          <pc:sldMk cId="1142090382" sldId="291"/>
        </pc:sldMkLst>
        <pc:spChg chg="mod">
          <ac:chgData name="Durgaprasad C" userId="aa73c0bc-8071-43bb-aaab-d2eb45e314dd" providerId="ADAL" clId="{DED7A56D-180B-4C07-9D26-B2FD5E9F4D58}" dt="2026-05-07T04:24:08.479" v="65" actId="20577"/>
          <ac:spMkLst>
            <pc:docMk/>
            <pc:sldMk cId="1142090382" sldId="291"/>
            <ac:spMk id="2" creationId="{51240599-EF92-6688-0CD3-3524FB690948}"/>
          </ac:spMkLst>
        </pc:spChg>
        <pc:spChg chg="mod">
          <ac:chgData name="Durgaprasad C" userId="aa73c0bc-8071-43bb-aaab-d2eb45e314dd" providerId="ADAL" clId="{DED7A56D-180B-4C07-9D26-B2FD5E9F4D58}" dt="2026-05-07T06:50:22.994" v="371" actId="255"/>
          <ac:spMkLst>
            <pc:docMk/>
            <pc:sldMk cId="1142090382" sldId="291"/>
            <ac:spMk id="7" creationId="{CEF17A11-C7FA-75FD-C84A-BEBC787CC744}"/>
          </ac:spMkLst>
        </pc:spChg>
        <pc:spChg chg="del mod">
          <ac:chgData name="Durgaprasad C" userId="aa73c0bc-8071-43bb-aaab-d2eb45e314dd" providerId="ADAL" clId="{DED7A56D-180B-4C07-9D26-B2FD5E9F4D58}" dt="2026-05-07T08:39:16.393" v="455" actId="478"/>
          <ac:spMkLst>
            <pc:docMk/>
            <pc:sldMk cId="1142090382" sldId="291"/>
            <ac:spMk id="8" creationId="{F86E329B-48DB-6F8E-E91F-4CD21931077A}"/>
          </ac:spMkLst>
        </pc:spChg>
        <pc:picChg chg="mod">
          <ac:chgData name="Durgaprasad C" userId="aa73c0bc-8071-43bb-aaab-d2eb45e314dd" providerId="ADAL" clId="{DED7A56D-180B-4C07-9D26-B2FD5E9F4D58}" dt="2026-05-07T04:28:33.422" v="80" actId="688"/>
          <ac:picMkLst>
            <pc:docMk/>
            <pc:sldMk cId="1142090382" sldId="291"/>
            <ac:picMk id="10" creationId="{EB870CC1-53DF-FAB7-9B25-D74566233645}"/>
          </ac:picMkLst>
        </pc:picChg>
      </pc:sldChg>
      <pc:sldChg chg="modSp add del mod">
        <pc:chgData name="Durgaprasad C" userId="aa73c0bc-8071-43bb-aaab-d2eb45e314dd" providerId="ADAL" clId="{DED7A56D-180B-4C07-9D26-B2FD5E9F4D58}" dt="2026-05-07T03:40:48.154" v="22" actId="20577"/>
        <pc:sldMkLst>
          <pc:docMk/>
          <pc:sldMk cId="998657094" sldId="292"/>
        </pc:sldMkLst>
        <pc:spChg chg="mod">
          <ac:chgData name="Durgaprasad C" userId="aa73c0bc-8071-43bb-aaab-d2eb45e314dd" providerId="ADAL" clId="{DED7A56D-180B-4C07-9D26-B2FD5E9F4D58}" dt="2026-05-07T03:40:48.154" v="22" actId="20577"/>
          <ac:spMkLst>
            <pc:docMk/>
            <pc:sldMk cId="998657094" sldId="292"/>
            <ac:spMk id="2" creationId="{F068789C-B177-B4DE-DD5C-6444D26AB25D}"/>
          </ac:spMkLst>
        </pc:spChg>
        <pc:spChg chg="mod">
          <ac:chgData name="Durgaprasad C" userId="aa73c0bc-8071-43bb-aaab-d2eb45e314dd" providerId="ADAL" clId="{DED7A56D-180B-4C07-9D26-B2FD5E9F4D58}" dt="2026-05-07T03:40:14.041" v="11" actId="20577"/>
          <ac:spMkLst>
            <pc:docMk/>
            <pc:sldMk cId="998657094" sldId="292"/>
            <ac:spMk id="5" creationId="{A37AD8B9-FDC5-E1D9-EF30-001790C4DF42}"/>
          </ac:spMkLst>
        </pc:spChg>
      </pc:sldChg>
      <pc:sldChg chg="addSp delSp modSp add mod">
        <pc:chgData name="Durgaprasad C" userId="aa73c0bc-8071-43bb-aaab-d2eb45e314dd" providerId="ADAL" clId="{DED7A56D-180B-4C07-9D26-B2FD5E9F4D58}" dt="2026-05-07T08:39:20.331" v="457" actId="478"/>
        <pc:sldMkLst>
          <pc:docMk/>
          <pc:sldMk cId="623477170" sldId="293"/>
        </pc:sldMkLst>
        <pc:spChg chg="mod">
          <ac:chgData name="Durgaprasad C" userId="aa73c0bc-8071-43bb-aaab-d2eb45e314dd" providerId="ADAL" clId="{DED7A56D-180B-4C07-9D26-B2FD5E9F4D58}" dt="2026-05-07T08:28:15.269" v="441" actId="12"/>
          <ac:spMkLst>
            <pc:docMk/>
            <pc:sldMk cId="623477170" sldId="293"/>
            <ac:spMk id="7" creationId="{9ED357A5-CA13-4F08-0283-081EEC12C28E}"/>
          </ac:spMkLst>
        </pc:spChg>
        <pc:spChg chg="del mod">
          <ac:chgData name="Durgaprasad C" userId="aa73c0bc-8071-43bb-aaab-d2eb45e314dd" providerId="ADAL" clId="{DED7A56D-180B-4C07-9D26-B2FD5E9F4D58}" dt="2026-05-07T08:39:20.331" v="457" actId="478"/>
          <ac:spMkLst>
            <pc:docMk/>
            <pc:sldMk cId="623477170" sldId="293"/>
            <ac:spMk id="8" creationId="{5D07CA70-EDE9-9B3E-BC61-F53F71F2B0F9}"/>
          </ac:spMkLst>
        </pc:spChg>
        <pc:picChg chg="add del mod">
          <ac:chgData name="Durgaprasad C" userId="aa73c0bc-8071-43bb-aaab-d2eb45e314dd" providerId="ADAL" clId="{DED7A56D-180B-4C07-9D26-B2FD5E9F4D58}" dt="2026-05-07T06:52:51.341" v="374" actId="478"/>
          <ac:picMkLst>
            <pc:docMk/>
            <pc:sldMk cId="623477170" sldId="293"/>
            <ac:picMk id="4" creationId="{AD1B4665-3A9C-205F-1C5E-CA013811A9A0}"/>
          </ac:picMkLst>
        </pc:picChg>
        <pc:picChg chg="add del mod">
          <ac:chgData name="Durgaprasad C" userId="aa73c0bc-8071-43bb-aaab-d2eb45e314dd" providerId="ADAL" clId="{DED7A56D-180B-4C07-9D26-B2FD5E9F4D58}" dt="2026-05-07T06:57:25.218" v="379" actId="478"/>
          <ac:picMkLst>
            <pc:docMk/>
            <pc:sldMk cId="623477170" sldId="293"/>
            <ac:picMk id="6" creationId="{0DD1AA80-074F-DEF5-6790-BDD024409A82}"/>
          </ac:picMkLst>
        </pc:picChg>
        <pc:picChg chg="del mod ord">
          <ac:chgData name="Durgaprasad C" userId="aa73c0bc-8071-43bb-aaab-d2eb45e314dd" providerId="ADAL" clId="{DED7A56D-180B-4C07-9D26-B2FD5E9F4D58}" dt="2026-05-07T06:02:51.941" v="277" actId="478"/>
          <ac:picMkLst>
            <pc:docMk/>
            <pc:sldMk cId="623477170" sldId="293"/>
            <ac:picMk id="10" creationId="{169F3A2F-D626-ADED-80C4-0522FF4314A2}"/>
          </ac:picMkLst>
        </pc:picChg>
      </pc:sldChg>
      <pc:sldChg chg="del">
        <pc:chgData name="Durgaprasad C" userId="aa73c0bc-8071-43bb-aaab-d2eb45e314dd" providerId="ADAL" clId="{DED7A56D-180B-4C07-9D26-B2FD5E9F4D58}" dt="2026-05-07T03:39:59.111" v="2" actId="47"/>
        <pc:sldMkLst>
          <pc:docMk/>
          <pc:sldMk cId="662155893" sldId="293"/>
        </pc:sldMkLst>
      </pc:sldChg>
      <pc:sldChg chg="delSp modSp add mod">
        <pc:chgData name="Durgaprasad C" userId="aa73c0bc-8071-43bb-aaab-d2eb45e314dd" providerId="ADAL" clId="{DED7A56D-180B-4C07-9D26-B2FD5E9F4D58}" dt="2026-05-07T08:38:48.963" v="453" actId="21"/>
        <pc:sldMkLst>
          <pc:docMk/>
          <pc:sldMk cId="1119202100" sldId="294"/>
        </pc:sldMkLst>
        <pc:spChg chg="mod">
          <ac:chgData name="Durgaprasad C" userId="aa73c0bc-8071-43bb-aaab-d2eb45e314dd" providerId="ADAL" clId="{DED7A56D-180B-4C07-9D26-B2FD5E9F4D58}" dt="2026-05-07T05:08:53.672" v="94" actId="6549"/>
          <ac:spMkLst>
            <pc:docMk/>
            <pc:sldMk cId="1119202100" sldId="294"/>
            <ac:spMk id="2" creationId="{83509165-2401-F9BE-F370-42464F307DFD}"/>
          </ac:spMkLst>
        </pc:spChg>
        <pc:spChg chg="mod">
          <ac:chgData name="Durgaprasad C" userId="aa73c0bc-8071-43bb-aaab-d2eb45e314dd" providerId="ADAL" clId="{DED7A56D-180B-4C07-9D26-B2FD5E9F4D58}" dt="2026-05-07T08:28:40.393" v="446" actId="5793"/>
          <ac:spMkLst>
            <pc:docMk/>
            <pc:sldMk cId="1119202100" sldId="294"/>
            <ac:spMk id="7" creationId="{0FA643E2-D0A2-C0E5-EAA9-A3F4D053362F}"/>
          </ac:spMkLst>
        </pc:spChg>
        <pc:spChg chg="del mod">
          <ac:chgData name="Durgaprasad C" userId="aa73c0bc-8071-43bb-aaab-d2eb45e314dd" providerId="ADAL" clId="{DED7A56D-180B-4C07-9D26-B2FD5E9F4D58}" dt="2026-05-07T08:38:48.963" v="453" actId="21"/>
          <ac:spMkLst>
            <pc:docMk/>
            <pc:sldMk cId="1119202100" sldId="294"/>
            <ac:spMk id="8" creationId="{0FFEC9E2-D4CE-1D28-FFF2-975E2CD4C767}"/>
          </ac:spMkLst>
        </pc:spChg>
        <pc:picChg chg="mod ord">
          <ac:chgData name="Durgaprasad C" userId="aa73c0bc-8071-43bb-aaab-d2eb45e314dd" providerId="ADAL" clId="{DED7A56D-180B-4C07-9D26-B2FD5E9F4D58}" dt="2026-05-07T08:38:29.197" v="449" actId="1076"/>
          <ac:picMkLst>
            <pc:docMk/>
            <pc:sldMk cId="1119202100" sldId="294"/>
            <ac:picMk id="10" creationId="{3627A669-9BA4-B73F-0F54-33430084A95F}"/>
          </ac:picMkLst>
        </pc:picChg>
      </pc:sldChg>
      <pc:sldChg chg="addSp delSp modSp new add del mod">
        <pc:chgData name="Durgaprasad C" userId="aa73c0bc-8071-43bb-aaab-d2eb45e314dd" providerId="ADAL" clId="{DED7A56D-180B-4C07-9D26-B2FD5E9F4D58}" dt="2026-05-07T07:03:17.700" v="415" actId="1076"/>
        <pc:sldMkLst>
          <pc:docMk/>
          <pc:sldMk cId="1579744378" sldId="295"/>
        </pc:sldMkLst>
        <pc:spChg chg="mod">
          <ac:chgData name="Durgaprasad C" userId="aa73c0bc-8071-43bb-aaab-d2eb45e314dd" providerId="ADAL" clId="{DED7A56D-180B-4C07-9D26-B2FD5E9F4D58}" dt="2026-05-07T06:58:29.175" v="387"/>
          <ac:spMkLst>
            <pc:docMk/>
            <pc:sldMk cId="1579744378" sldId="295"/>
            <ac:spMk id="2" creationId="{E60DAAC7-7F25-2CA3-FB31-4A2BD717E927}"/>
          </ac:spMkLst>
        </pc:spChg>
        <pc:spChg chg="mod">
          <ac:chgData name="Durgaprasad C" userId="aa73c0bc-8071-43bb-aaab-d2eb45e314dd" providerId="ADAL" clId="{DED7A56D-180B-4C07-9D26-B2FD5E9F4D58}" dt="2026-05-07T07:03:17.700" v="415" actId="1076"/>
          <ac:spMkLst>
            <pc:docMk/>
            <pc:sldMk cId="1579744378" sldId="295"/>
            <ac:spMk id="3" creationId="{E2EB6C02-0108-6CA9-6D34-5396513C3FAC}"/>
          </ac:spMkLst>
        </pc:spChg>
        <pc:spChg chg="del">
          <ac:chgData name="Durgaprasad C" userId="aa73c0bc-8071-43bb-aaab-d2eb45e314dd" providerId="ADAL" clId="{DED7A56D-180B-4C07-9D26-B2FD5E9F4D58}" dt="2026-05-07T07:02:18.332" v="401" actId="478"/>
          <ac:spMkLst>
            <pc:docMk/>
            <pc:sldMk cId="1579744378" sldId="295"/>
            <ac:spMk id="4" creationId="{82F55795-7B51-64D0-A50C-DFCBED581FB3}"/>
          </ac:spMkLst>
        </pc:spChg>
        <pc:spChg chg="add">
          <ac:chgData name="Durgaprasad C" userId="aa73c0bc-8071-43bb-aaab-d2eb45e314dd" providerId="ADAL" clId="{DED7A56D-180B-4C07-9D26-B2FD5E9F4D58}" dt="2026-05-07T06:59:45.136" v="389"/>
          <ac:spMkLst>
            <pc:docMk/>
            <pc:sldMk cId="1579744378" sldId="295"/>
            <ac:spMk id="7" creationId="{FCCB76EC-E83D-1F32-5FFF-E5C5A07EE30A}"/>
          </ac:spMkLst>
        </pc:spChg>
        <pc:graphicFrameChg chg="add del mod modGraphic">
          <ac:chgData name="Durgaprasad C" userId="aa73c0bc-8071-43bb-aaab-d2eb45e314dd" providerId="ADAL" clId="{DED7A56D-180B-4C07-9D26-B2FD5E9F4D58}" dt="2026-05-07T07:00:06.877" v="398" actId="478"/>
          <ac:graphicFrameMkLst>
            <pc:docMk/>
            <pc:sldMk cId="1579744378" sldId="295"/>
            <ac:graphicFrameMk id="5" creationId="{7D27A849-96F0-F75D-F08D-1C9005BFFCB9}"/>
          </ac:graphicFrameMkLst>
        </pc:graphicFrameChg>
      </pc:sldChg>
      <pc:sldChg chg="addSp delSp modSp add del mod">
        <pc:chgData name="Durgaprasad C" userId="aa73c0bc-8071-43bb-aaab-d2eb45e314dd" providerId="ADAL" clId="{DED7A56D-180B-4C07-9D26-B2FD5E9F4D58}" dt="2026-05-07T06:36:21.988" v="336" actId="2890"/>
        <pc:sldMkLst>
          <pc:docMk/>
          <pc:sldMk cId="3841009982" sldId="295"/>
        </pc:sldMkLst>
        <pc:spChg chg="add del">
          <ac:chgData name="Durgaprasad C" userId="aa73c0bc-8071-43bb-aaab-d2eb45e314dd" providerId="ADAL" clId="{DED7A56D-180B-4C07-9D26-B2FD5E9F4D58}" dt="2026-05-07T06:36:14.993" v="332" actId="22"/>
          <ac:spMkLst>
            <pc:docMk/>
            <pc:sldMk cId="3841009982" sldId="295"/>
            <ac:spMk id="4" creationId="{8BB3F8E8-0510-160C-6919-A1A1A729A180}"/>
          </ac:spMkLst>
        </pc:spChg>
        <pc:spChg chg="add del mod">
          <ac:chgData name="Durgaprasad C" userId="aa73c0bc-8071-43bb-aaab-d2eb45e314dd" providerId="ADAL" clId="{DED7A56D-180B-4C07-9D26-B2FD5E9F4D58}" dt="2026-05-07T06:36:21.280" v="335" actId="6549"/>
          <ac:spMkLst>
            <pc:docMk/>
            <pc:sldMk cId="3841009982" sldId="295"/>
            <ac:spMk id="7" creationId="{0BAC4ACF-C74E-63C2-50B5-CC1D01A36D26}"/>
          </ac:spMkLst>
        </pc:spChg>
        <pc:picChg chg="add del mod">
          <ac:chgData name="Durgaprasad C" userId="aa73c0bc-8071-43bb-aaab-d2eb45e314dd" providerId="ADAL" clId="{DED7A56D-180B-4C07-9D26-B2FD5E9F4D58}" dt="2026-05-07T06:36:14.096" v="331" actId="931"/>
          <ac:picMkLst>
            <pc:docMk/>
            <pc:sldMk cId="3841009982" sldId="295"/>
            <ac:picMk id="6" creationId="{E7AB9A9E-83D4-9260-BCF7-F411A90CF7C0}"/>
          </ac:picMkLst>
        </pc:picChg>
        <pc:picChg chg="add del">
          <ac:chgData name="Durgaprasad C" userId="aa73c0bc-8071-43bb-aaab-d2eb45e314dd" providerId="ADAL" clId="{DED7A56D-180B-4C07-9D26-B2FD5E9F4D58}" dt="2026-05-07T06:36:18.772" v="334" actId="478"/>
          <ac:picMkLst>
            <pc:docMk/>
            <pc:sldMk cId="3841009982" sldId="295"/>
            <ac:picMk id="10" creationId="{39648304-DBEB-250E-AEBB-E57B43103FDA}"/>
          </ac:picMkLst>
        </pc:picChg>
      </pc:sldChg>
      <pc:sldChg chg="addSp delSp modSp add mod">
        <pc:chgData name="Durgaprasad C" userId="aa73c0bc-8071-43bb-aaab-d2eb45e314dd" providerId="ADAL" clId="{DED7A56D-180B-4C07-9D26-B2FD5E9F4D58}" dt="2026-05-07T09:29:36.600" v="879" actId="1076"/>
        <pc:sldMkLst>
          <pc:docMk/>
          <pc:sldMk cId="3076260739" sldId="296"/>
        </pc:sldMkLst>
        <pc:spChg chg="mod">
          <ac:chgData name="Durgaprasad C" userId="aa73c0bc-8071-43bb-aaab-d2eb45e314dd" providerId="ADAL" clId="{DED7A56D-180B-4C07-9D26-B2FD5E9F4D58}" dt="2026-05-07T08:50:26.251" v="541" actId="20577"/>
          <ac:spMkLst>
            <pc:docMk/>
            <pc:sldMk cId="3076260739" sldId="296"/>
            <ac:spMk id="7" creationId="{FAC3CC51-33B2-B3CC-9B49-275D5ACE0344}"/>
          </ac:spMkLst>
        </pc:spChg>
        <pc:spChg chg="del">
          <ac:chgData name="Durgaprasad C" userId="aa73c0bc-8071-43bb-aaab-d2eb45e314dd" providerId="ADAL" clId="{DED7A56D-180B-4C07-9D26-B2FD5E9F4D58}" dt="2026-05-07T08:45:34.524" v="491" actId="478"/>
          <ac:spMkLst>
            <pc:docMk/>
            <pc:sldMk cId="3076260739" sldId="296"/>
            <ac:spMk id="8" creationId="{DA1E17A1-51A8-F58F-929E-28F5D853DDAD}"/>
          </ac:spMkLst>
        </pc:spChg>
        <pc:spChg chg="mod">
          <ac:chgData name="Durgaprasad C" userId="aa73c0bc-8071-43bb-aaab-d2eb45e314dd" providerId="ADAL" clId="{DED7A56D-180B-4C07-9D26-B2FD5E9F4D58}" dt="2026-05-07T09:29:36.600" v="879" actId="1076"/>
          <ac:spMkLst>
            <pc:docMk/>
            <pc:sldMk cId="3076260739" sldId="296"/>
            <ac:spMk id="12" creationId="{266D0FFE-925F-CDA1-3784-ECCF40640E71}"/>
          </ac:spMkLst>
        </pc:spChg>
        <pc:picChg chg="add mod">
          <ac:chgData name="Durgaprasad C" userId="aa73c0bc-8071-43bb-aaab-d2eb45e314dd" providerId="ADAL" clId="{DED7A56D-180B-4C07-9D26-B2FD5E9F4D58}" dt="2026-05-07T08:48:08.033" v="502" actId="1076"/>
          <ac:picMkLst>
            <pc:docMk/>
            <pc:sldMk cId="3076260739" sldId="296"/>
            <ac:picMk id="3" creationId="{E8565763-D346-0E7D-629A-0E8C21E7A7A7}"/>
          </ac:picMkLst>
        </pc:picChg>
        <pc:picChg chg="del">
          <ac:chgData name="Durgaprasad C" userId="aa73c0bc-8071-43bb-aaab-d2eb45e314dd" providerId="ADAL" clId="{DED7A56D-180B-4C07-9D26-B2FD5E9F4D58}" dt="2026-05-07T08:44:25.016" v="486" actId="478"/>
          <ac:picMkLst>
            <pc:docMk/>
            <pc:sldMk cId="3076260739" sldId="296"/>
            <ac:picMk id="10" creationId="{3D4E5254-6D10-6AC5-7DE5-073083C690DE}"/>
          </ac:picMkLst>
        </pc:picChg>
      </pc:sldChg>
      <pc:sldChg chg="addSp delSp modSp add mod">
        <pc:chgData name="Durgaprasad C" userId="aa73c0bc-8071-43bb-aaab-d2eb45e314dd" providerId="ADAL" clId="{DED7A56D-180B-4C07-9D26-B2FD5E9F4D58}" dt="2026-05-07T09:29:11.455" v="878" actId="255"/>
        <pc:sldMkLst>
          <pc:docMk/>
          <pc:sldMk cId="819388772" sldId="297"/>
        </pc:sldMkLst>
        <pc:spChg chg="mod">
          <ac:chgData name="Durgaprasad C" userId="aa73c0bc-8071-43bb-aaab-d2eb45e314dd" providerId="ADAL" clId="{DED7A56D-180B-4C07-9D26-B2FD5E9F4D58}" dt="2026-05-07T08:50:07.538" v="526" actId="313"/>
          <ac:spMkLst>
            <pc:docMk/>
            <pc:sldMk cId="819388772" sldId="297"/>
            <ac:spMk id="7" creationId="{659CE247-3C9A-A3D2-B2B8-52CFB9ACF28B}"/>
          </ac:spMkLst>
        </pc:spChg>
        <pc:spChg chg="mod">
          <ac:chgData name="Durgaprasad C" userId="aa73c0bc-8071-43bb-aaab-d2eb45e314dd" providerId="ADAL" clId="{DED7A56D-180B-4C07-9D26-B2FD5E9F4D58}" dt="2026-05-07T09:29:11.455" v="878" actId="255"/>
          <ac:spMkLst>
            <pc:docMk/>
            <pc:sldMk cId="819388772" sldId="297"/>
            <ac:spMk id="12" creationId="{B74B32CF-D145-B687-8A06-B24EB895B68B}"/>
          </ac:spMkLst>
        </pc:spChg>
        <pc:picChg chg="del">
          <ac:chgData name="Durgaprasad C" userId="aa73c0bc-8071-43bb-aaab-d2eb45e314dd" providerId="ADAL" clId="{DED7A56D-180B-4C07-9D26-B2FD5E9F4D58}" dt="2026-05-07T08:49:22.895" v="504" actId="478"/>
          <ac:picMkLst>
            <pc:docMk/>
            <pc:sldMk cId="819388772" sldId="297"/>
            <ac:picMk id="3" creationId="{C5DABCF9-313F-E8DA-D384-F49538D1AA81}"/>
          </ac:picMkLst>
        </pc:picChg>
        <pc:picChg chg="add mod">
          <ac:chgData name="Durgaprasad C" userId="aa73c0bc-8071-43bb-aaab-d2eb45e314dd" providerId="ADAL" clId="{DED7A56D-180B-4C07-9D26-B2FD5E9F4D58}" dt="2026-05-07T08:49:32.466" v="508" actId="1076"/>
          <ac:picMkLst>
            <pc:docMk/>
            <pc:sldMk cId="819388772" sldId="297"/>
            <ac:picMk id="4" creationId="{013374ED-BF0D-9294-2D2F-38A9669FC887}"/>
          </ac:picMkLst>
        </pc:picChg>
      </pc:sldChg>
      <pc:sldChg chg="modSp add mod">
        <pc:chgData name="Durgaprasad C" userId="aa73c0bc-8071-43bb-aaab-d2eb45e314dd" providerId="ADAL" clId="{DED7A56D-180B-4C07-9D26-B2FD5E9F4D58}" dt="2026-05-07T09:14:20.860" v="813" actId="14100"/>
        <pc:sldMkLst>
          <pc:docMk/>
          <pc:sldMk cId="453271756" sldId="298"/>
        </pc:sldMkLst>
        <pc:spChg chg="mod">
          <ac:chgData name="Durgaprasad C" userId="aa73c0bc-8071-43bb-aaab-d2eb45e314dd" providerId="ADAL" clId="{DED7A56D-180B-4C07-9D26-B2FD5E9F4D58}" dt="2026-05-07T09:08:56.352" v="717"/>
          <ac:spMkLst>
            <pc:docMk/>
            <pc:sldMk cId="453271756" sldId="298"/>
            <ac:spMk id="7" creationId="{3ECFD503-B19F-17C9-82AD-B5C7A9613581}"/>
          </ac:spMkLst>
        </pc:spChg>
        <pc:spChg chg="mod">
          <ac:chgData name="Durgaprasad C" userId="aa73c0bc-8071-43bb-aaab-d2eb45e314dd" providerId="ADAL" clId="{DED7A56D-180B-4C07-9D26-B2FD5E9F4D58}" dt="2026-05-07T09:14:20.860" v="813" actId="14100"/>
          <ac:spMkLst>
            <pc:docMk/>
            <pc:sldMk cId="453271756" sldId="298"/>
            <ac:spMk id="8" creationId="{0BE52303-9B40-AAF2-F5B0-02ED4593F6F3}"/>
          </ac:spMkLst>
        </pc:spChg>
      </pc:sldChg>
      <pc:sldChg chg="addSp delSp modSp add mod">
        <pc:chgData name="Durgaprasad C" userId="aa73c0bc-8071-43bb-aaab-d2eb45e314dd" providerId="ADAL" clId="{DED7A56D-180B-4C07-9D26-B2FD5E9F4D58}" dt="2026-05-07T09:18:17.746" v="850" actId="1076"/>
        <pc:sldMkLst>
          <pc:docMk/>
          <pc:sldMk cId="2673410800" sldId="299"/>
        </pc:sldMkLst>
        <pc:spChg chg="mod">
          <ac:chgData name="Durgaprasad C" userId="aa73c0bc-8071-43bb-aaab-d2eb45e314dd" providerId="ADAL" clId="{DED7A56D-180B-4C07-9D26-B2FD5E9F4D58}" dt="2026-05-07T09:17:25.769" v="844" actId="20577"/>
          <ac:spMkLst>
            <pc:docMk/>
            <pc:sldMk cId="2673410800" sldId="299"/>
            <ac:spMk id="7" creationId="{A44FEC34-2C9A-F835-F2B8-EE03DF636444}"/>
          </ac:spMkLst>
        </pc:spChg>
        <pc:spChg chg="del mod">
          <ac:chgData name="Durgaprasad C" userId="aa73c0bc-8071-43bb-aaab-d2eb45e314dd" providerId="ADAL" clId="{DED7A56D-180B-4C07-9D26-B2FD5E9F4D58}" dt="2026-05-07T09:16:54.346" v="828" actId="478"/>
          <ac:spMkLst>
            <pc:docMk/>
            <pc:sldMk cId="2673410800" sldId="299"/>
            <ac:spMk id="12" creationId="{3A80E681-E231-06F3-1F5A-36521CC7FE20}"/>
          </ac:spMkLst>
        </pc:spChg>
        <pc:picChg chg="add del mod">
          <ac:chgData name="Durgaprasad C" userId="aa73c0bc-8071-43bb-aaab-d2eb45e314dd" providerId="ADAL" clId="{DED7A56D-180B-4C07-9D26-B2FD5E9F4D58}" dt="2026-05-07T09:18:01.105" v="845" actId="478"/>
          <ac:picMkLst>
            <pc:docMk/>
            <pc:sldMk cId="2673410800" sldId="299"/>
            <ac:picMk id="3" creationId="{36492516-E838-C206-A67E-B73B63C1F442}"/>
          </ac:picMkLst>
        </pc:picChg>
        <pc:picChg chg="del">
          <ac:chgData name="Durgaprasad C" userId="aa73c0bc-8071-43bb-aaab-d2eb45e314dd" providerId="ADAL" clId="{DED7A56D-180B-4C07-9D26-B2FD5E9F4D58}" dt="2026-05-07T09:16:48.592" v="824" actId="478"/>
          <ac:picMkLst>
            <pc:docMk/>
            <pc:sldMk cId="2673410800" sldId="299"/>
            <ac:picMk id="4" creationId="{94B7595C-84C8-3FA3-BBDD-E25BAAB9B7EA}"/>
          </ac:picMkLst>
        </pc:picChg>
        <pc:picChg chg="add mod">
          <ac:chgData name="Durgaprasad C" userId="aa73c0bc-8071-43bb-aaab-d2eb45e314dd" providerId="ADAL" clId="{DED7A56D-180B-4C07-9D26-B2FD5E9F4D58}" dt="2026-05-07T09:18:17.746" v="850" actId="1076"/>
          <ac:picMkLst>
            <pc:docMk/>
            <pc:sldMk cId="2673410800" sldId="299"/>
            <ac:picMk id="6" creationId="{3685FFAB-0A1F-F4A3-E1F6-B26C5B2FBCB8}"/>
          </ac:picMkLst>
        </pc:picChg>
      </pc:sldChg>
      <pc:sldChg chg="modSp add mod">
        <pc:chgData name="Durgaprasad C" userId="aa73c0bc-8071-43bb-aaab-d2eb45e314dd" providerId="ADAL" clId="{DED7A56D-180B-4C07-9D26-B2FD5E9F4D58}" dt="2026-05-07T09:30:46.950" v="895" actId="20577"/>
        <pc:sldMkLst>
          <pc:docMk/>
          <pc:sldMk cId="3216169917" sldId="300"/>
        </pc:sldMkLst>
        <pc:spChg chg="mod">
          <ac:chgData name="Durgaprasad C" userId="aa73c0bc-8071-43bb-aaab-d2eb45e314dd" providerId="ADAL" clId="{DED7A56D-180B-4C07-9D26-B2FD5E9F4D58}" dt="2026-05-07T09:30:46.950" v="895" actId="20577"/>
          <ac:spMkLst>
            <pc:docMk/>
            <pc:sldMk cId="3216169917" sldId="300"/>
            <ac:spMk id="7" creationId="{A6226805-B1F1-561C-4E15-640F6177895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8041A3-4E0A-24FE-40E7-3070EBFF87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9D7F7-8E07-516E-8AED-09C992FCC9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7066D-34C9-4AF8-A788-BC4AAE9F44E4}" type="datetimeFigureOut">
              <a:rPr lang="en-GB" smtClean="0"/>
              <a:t>07/05/2026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A0829-2C44-44D0-9A9F-178D923FBF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7118-BCDF-83F3-3EE4-947FB9DB00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7967F-FF62-4705-9923-A52AD2DB75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42717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1256C-73A9-449E-9474-54A2069DFD96}" type="datetimeFigureOut">
              <a:rPr lang="en-GB" smtClean="0"/>
              <a:t>07/05/2026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AC9BB-B17F-4D1D-AC09-2AD04BE83E8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33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0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51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DCB1-4C34-F211-5E0B-00F6E258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EDC6-D766-35D2-B43C-30EEA444A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1D50B-15FA-27B4-8ACE-F0696EBC8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18241-2922-CCFD-5532-896745266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60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CB53-5662-C2BC-4715-56231FA9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98DB4-95D8-8935-8D44-9CEAF7EF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28F99-F35A-C5EB-F2C6-BEF94A7D4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550F4-662B-13B2-AD0B-E6A7EB802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118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4C56-1899-591F-9089-8B3F77DE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2BF24-690E-1E91-88E7-29C7B83C0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B51CF-6DE8-0EE4-2ABA-6E83F17F5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74B73-2B58-5570-F156-5705CB538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42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55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89903-4F93-DC27-900F-501FC335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E605F-B6E6-AC84-BAD1-381309901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C80E9-5181-5B2C-B6F2-D58665956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A04B2-BE7B-B550-48F8-A15C9ECC9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300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1C6D-6624-8320-9AC6-D709BEF9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F6C6F-5232-6E0D-C05F-4F55FC751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9BEF4-84E6-BB3D-676A-EE24DFDD6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31330-1191-0F4F-9C26-F5F368D95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83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71992C-9858-895E-3BFD-A0049C1777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10B606C-86A1-B415-9229-201822E6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title set in Silka Regular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294E85-04B5-9E2A-ED6F-17BCE6C96E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2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/>
            </a:lvl1pPr>
          </a:lstStyle>
          <a:p>
            <a:pPr lvl="0"/>
            <a:r>
              <a:rPr lang="en-US" dirty="0"/>
              <a:t>Insert date here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4B926-9B02-E3CF-B583-6BC6ED529063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2D08FE-6F92-9963-73C3-520E3DE978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9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B04E9B2-F804-62ED-E5E3-EC45E8905B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9665EAF-E370-ABEF-603C-EA4BC447EA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title set in Silka Regular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64659-2E56-1768-D9F6-83B6B1137BA1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chemeClr val="bg1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2AF5828-D835-73EF-48E8-ED8B21C96C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9A5F68-FF10-C9D8-163D-6F10CFD9BF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2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date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5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55E9AE-33D6-580D-4A98-26C9941D6C5E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C22A59-ADA5-3A7D-F178-7FD062947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divider title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409196-5E28-D7EA-0CA6-837E69DBD92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330" b="1330"/>
          <a:stretch/>
        </p:blipFill>
        <p:spPr>
          <a:xfrm>
            <a:off x="6825721" y="0"/>
            <a:ext cx="4742025" cy="6858000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0A4C7F4-931E-B583-1213-72C9E29BAD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648F4A8-F495-6EE8-F7C1-96510CAB7246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5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7FA08E-ECD9-7B7F-C147-B4A9CA7F9328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chemeClr val="bg1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0E24CAE-66E7-EE3F-35A5-0C8C7A61AA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divider title</a:t>
            </a:r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F50CFA-36C5-E81B-7C3E-61B7A02FB87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330" b="1330"/>
          <a:stretch/>
        </p:blipFill>
        <p:spPr>
          <a:xfrm>
            <a:off x="6825721" y="1"/>
            <a:ext cx="4742025" cy="6858000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BFAB7E4-3DE2-96F5-0A0F-9F7B8D174E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E6584E7-5870-E036-B583-342B15867F95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4FA9E1A-F8C5-54E2-5522-92A953B61E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tx2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title in Silka Regular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BF18BCC-754B-90E3-EF2C-A0D3FBC2B2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FFC23C-ADB9-E277-4CEB-FA10B2A41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4" y="3094028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7B9BDA-A4D2-10F6-BAEC-961FD2CD8C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CE9CBAD-7A67-BD68-9F47-288004FEE628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74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41B75B3-A8A6-0D2C-471E-3FD27B7AC4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title in Silka Regular</a:t>
            </a:r>
            <a:endParaRPr lang="en-GB" dirty="0"/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F1E8ED60-347B-200F-5807-AF43D7A7A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15B8A58-5AFD-D2F3-178E-CA8C9E7A00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76C1FE3-03DA-4EBD-CCA5-BECEEFC676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4" y="3094028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43DFCC9-FB7A-0E75-B766-66EA23CD184F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83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720C7-23CE-B5E1-85AA-76E4384E38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1" y="301752"/>
            <a:ext cx="11585448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-50" baseline="0">
                <a:solidFill>
                  <a:schemeClr val="tx1"/>
                </a:solidFill>
                <a:latin typeface="Silka Bold" panose="00000800000000000000" pitchFamily="50" charset="0"/>
              </a:defRPr>
            </a:lvl1pPr>
            <a:lvl2pPr>
              <a:defRPr sz="2000">
                <a:latin typeface="Silka Bold" panose="00000800000000000000" pitchFamily="50" charset="0"/>
              </a:defRPr>
            </a:lvl2pPr>
            <a:lvl3pPr>
              <a:defRPr sz="1800">
                <a:latin typeface="Silka Bold" panose="00000800000000000000" pitchFamily="50" charset="0"/>
              </a:defRPr>
            </a:lvl3pPr>
            <a:lvl4pPr>
              <a:defRPr sz="1600">
                <a:latin typeface="Silka Bold" panose="00000800000000000000" pitchFamily="50" charset="0"/>
              </a:defRPr>
            </a:lvl4pPr>
            <a:lvl5pPr>
              <a:defRPr sz="1600">
                <a:latin typeface="Silka Bold" panose="00000800000000000000" pitchFamily="50" charset="0"/>
              </a:defRPr>
            </a:lvl5pPr>
          </a:lstStyle>
          <a:p>
            <a:pPr lvl="0"/>
            <a:r>
              <a:rPr lang="en-US" dirty="0"/>
              <a:t>Action headline</a:t>
            </a:r>
            <a:br>
              <a:rPr lang="en-US" dirty="0"/>
            </a:br>
            <a:r>
              <a:rPr lang="en-US" dirty="0"/>
              <a:t>Benefit headline</a:t>
            </a:r>
            <a:endParaRPr lang="en-GB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89B7799-E513-E06B-99A2-A94CC352A93A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EF1BEAE-8E29-6665-DB98-915171C830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1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45BCBB-A879-8EA4-4997-4B1D08E5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600" spc="-50" baseline="0">
                <a:solidFill>
                  <a:schemeClr val="bg1"/>
                </a:solidFill>
                <a:latin typeface="Silka Bold" panose="00000800000000000000" pitchFamily="50" charset="0"/>
              </a:defRPr>
            </a:lvl1pPr>
            <a:lvl2pPr>
              <a:defRPr sz="2000">
                <a:latin typeface="Silka Bold" panose="00000800000000000000" pitchFamily="50" charset="0"/>
              </a:defRPr>
            </a:lvl2pPr>
            <a:lvl3pPr>
              <a:defRPr sz="1800">
                <a:latin typeface="Silka Bold" panose="00000800000000000000" pitchFamily="50" charset="0"/>
              </a:defRPr>
            </a:lvl3pPr>
            <a:lvl4pPr>
              <a:defRPr sz="1600">
                <a:latin typeface="Silka Bold" panose="00000800000000000000" pitchFamily="50" charset="0"/>
              </a:defRPr>
            </a:lvl4pPr>
            <a:lvl5pPr>
              <a:defRPr sz="1600">
                <a:latin typeface="Silka Bold" panose="00000800000000000000" pitchFamily="50" charset="0"/>
              </a:defRPr>
            </a:lvl5pPr>
          </a:lstStyle>
          <a:p>
            <a:pPr lvl="0"/>
            <a:r>
              <a:rPr lang="en-US" dirty="0"/>
              <a:t>Action headline</a:t>
            </a:r>
            <a:br>
              <a:rPr lang="en-US" dirty="0"/>
            </a:br>
            <a:r>
              <a:rPr lang="en-US" dirty="0"/>
              <a:t>Benefit headline</a:t>
            </a:r>
            <a:endParaRPr lang="en-GB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13FA564-5552-6B59-168B-9EA51DEC205A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0FA14887-605C-BFCF-62A6-07AF46B50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15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B433126-70BA-8773-EEDF-55CD3AA63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E862C4E-8D13-EE0D-8891-00CF923C61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48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w/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0933A7-DA93-27AE-1069-176DAC1CCAE8}"/>
              </a:ext>
            </a:extLst>
          </p:cNvPr>
          <p:cNvSpPr txBox="1"/>
          <p:nvPr userDrawn="1"/>
        </p:nvSpPr>
        <p:spPr>
          <a:xfrm>
            <a:off x="8558784" y="5980176"/>
            <a:ext cx="30283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800" spc="-80" dirty="0">
                <a:solidFill>
                  <a:schemeClr val="tx2"/>
                </a:solidFill>
                <a:latin typeface="Silka SemiBold" panose="00000700000000000000" pitchFamily="50" charset="0"/>
              </a:rPr>
              <a:t>Simpler trade. Smarter tech.</a:t>
            </a:r>
            <a:endParaRPr lang="en-GB" sz="1800" spc="-80" dirty="0">
              <a:solidFill>
                <a:schemeClr val="tx2"/>
              </a:solidFill>
              <a:latin typeface="Silka SemiBold" panose="00000700000000000000" pitchFamily="50" charset="0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FCDF8A-F1CD-04B8-D0C9-0325EF5EB3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F67B599-8D36-359F-D0EA-49E9953D21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603504"/>
            <a:ext cx="7752344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4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0D86C5-5174-0813-8BD2-01385AAC5CBF}"/>
              </a:ext>
            </a:extLst>
          </p:cNvPr>
          <p:cNvSpPr txBox="1"/>
          <p:nvPr userDrawn="1"/>
        </p:nvSpPr>
        <p:spPr>
          <a:xfrm>
            <a:off x="603504" y="6099048"/>
            <a:ext cx="916559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-10" dirty="0">
                <a:latin typeface="Silka SemiBold" panose="00000700000000000000" pitchFamily="50" charset="0"/>
              </a:rPr>
              <a:t>CrimsonLogic Pte Ltd</a:t>
            </a:r>
            <a:r>
              <a:rPr lang="en-US" sz="1000" kern="100" spc="-10" dirty="0">
                <a:latin typeface="Silka" panose="00000500000000000000" pitchFamily="50" charset="0"/>
              </a:rPr>
              <a:t>  31 Science Park Road, The Crimson, Singapore 117611    T +65 6887 7888    crimsonlogic.com</a:t>
            </a:r>
            <a:endParaRPr lang="en-GB" sz="1000" kern="100" spc="-10" dirty="0">
              <a:latin typeface="Silk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933A7-DA93-27AE-1069-176DAC1CCAE8}"/>
              </a:ext>
            </a:extLst>
          </p:cNvPr>
          <p:cNvSpPr txBox="1"/>
          <p:nvPr userDrawn="1"/>
        </p:nvSpPr>
        <p:spPr>
          <a:xfrm>
            <a:off x="603504" y="5695542"/>
            <a:ext cx="64929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spc="-80" dirty="0">
                <a:solidFill>
                  <a:schemeClr val="tx2"/>
                </a:solidFill>
                <a:latin typeface="Silka SemiBold" panose="00000700000000000000" pitchFamily="50" charset="0"/>
              </a:rPr>
              <a:t>Simpler trade. Smarter tech.</a:t>
            </a:r>
            <a:endParaRPr lang="en-GB" sz="2000" spc="-80" dirty="0">
              <a:solidFill>
                <a:schemeClr val="tx2"/>
              </a:solidFill>
              <a:latin typeface="Silka SemiBold" panose="00000700000000000000" pitchFamily="50" charset="0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D50341-7AB7-4533-A926-9D2C6A590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40BCC76-BC8E-63CF-8EE2-5DF930EB1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603504"/>
            <a:ext cx="7752344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92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759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4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54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6" r:id="rId6"/>
    <p:sldLayoutId id="2147483663" r:id="rId7"/>
    <p:sldLayoutId id="2147483667" r:id="rId8"/>
    <p:sldLayoutId id="2147483664" r:id="rId9"/>
    <p:sldLayoutId id="2147483665" r:id="rId10"/>
    <p:sldLayoutId id="2147483662" r:id="rId11"/>
    <p:sldLayoutId id="2147483661" r:id="rId12"/>
    <p:sldLayoutId id="2147483655" r:id="rId13"/>
    <p:sldLayoutId id="21474836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4" y="3291840"/>
            <a:ext cx="6035040" cy="1231106"/>
          </a:xfrm>
        </p:spPr>
        <p:txBody>
          <a:bodyPr/>
          <a:lstStyle/>
          <a:p>
            <a:r>
              <a:rPr lang="en-IN" dirty="0"/>
              <a:t>Fundamentals Of Risk Management</a:t>
            </a:r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8789C-B177-B4DE-DD5C-6444D26AB2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0" y="6400800"/>
            <a:ext cx="2743200" cy="138499"/>
          </a:xfrm>
        </p:spPr>
        <p:txBody>
          <a:bodyPr/>
          <a:lstStyle/>
          <a:p>
            <a:r>
              <a:rPr lang="en-US" dirty="0"/>
              <a:t>20 May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65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870CC1-53DF-FAB7-9B25-D74566233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4571" y="767209"/>
            <a:ext cx="4495799" cy="449579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240599-EF92-6688-0CD3-3524FB690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5554942" cy="430887"/>
          </a:xfrm>
        </p:spPr>
        <p:txBody>
          <a:bodyPr/>
          <a:lstStyle/>
          <a:p>
            <a:r>
              <a:rPr lang="en-IN" dirty="0"/>
              <a:t>Overview of Risk Management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EF17A11-C7FA-75FD-C84A-BEBC787CC7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1257426"/>
            <a:ext cx="7149685" cy="5143374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200" dirty="0"/>
              <a:t>Risk Management is a systematic process of identifying, analyzing, evaluating, and controlling risks that may affect an organization’s objectives, project delivery, quality, cost, schedule, or compliance requirements.</a:t>
            </a:r>
          </a:p>
          <a:p>
            <a:endParaRPr lang="en-US" sz="2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200" dirty="0"/>
              <a:t>Monitoring and controlling identified risks throughout the project lifecycle.</a:t>
            </a:r>
          </a:p>
          <a:p>
            <a:endParaRPr lang="en-US" sz="2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200" dirty="0"/>
              <a:t>Communicating risks and mitigation plans to all relevant stakeholders and </a:t>
            </a:r>
            <a:r>
              <a:rPr lang="en-IN" sz="2200" dirty="0"/>
              <a:t>targeted audiences. 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14209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A53C-14CF-F719-EB78-20BBB475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D55C75-6F61-6FC5-AC08-F64FE1E955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5554942" cy="430887"/>
          </a:xfrm>
        </p:spPr>
        <p:txBody>
          <a:bodyPr/>
          <a:lstStyle/>
          <a:p>
            <a:r>
              <a:rPr lang="en-IN" dirty="0"/>
              <a:t>Objectives of Risk Management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ED357A5-CA13-4F08-0283-081EEC12C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1272853"/>
            <a:ext cx="7149685" cy="4457574"/>
          </a:xfrm>
        </p:spPr>
        <p:txBody>
          <a:bodyPr/>
          <a:lstStyle/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Prevent nonconformities and project failures </a:t>
            </a:r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Improve customer satisfaction </a:t>
            </a:r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Ensure consistent delivery quality </a:t>
            </a:r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Drive continual improvement </a:t>
            </a:r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71450" indent="-1714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Reduce operational and business impact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2347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0552-69D1-8C15-2B7B-FC0CE1B3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7A669-9BA4-B73F-0F54-33430084A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8136" y="1678669"/>
            <a:ext cx="3197012" cy="31970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509165-2401-F9BE-F370-42464F307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5554942" cy="430887"/>
          </a:xfrm>
        </p:spPr>
        <p:txBody>
          <a:bodyPr/>
          <a:lstStyle/>
          <a:p>
            <a:r>
              <a:rPr lang="en-IN" dirty="0"/>
              <a:t>Risk Management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FA643E2-D0A2-C0E5-EAA9-A3F4D05336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1061482"/>
            <a:ext cx="7149685" cy="5110717"/>
          </a:xfrm>
        </p:spPr>
        <p:txBody>
          <a:bodyPr/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900" b="1" dirty="0"/>
              <a:t>Risk: </a:t>
            </a:r>
            <a:r>
              <a:rPr lang="en-US" sz="1900" dirty="0"/>
              <a:t>“uncertainty” which if they occur will have a positive (opportunities) or negative (threats) effect on one or more objectives.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US" sz="19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900" b="1" dirty="0"/>
              <a:t>Correction: </a:t>
            </a:r>
            <a:r>
              <a:rPr lang="en-US" sz="1900" dirty="0"/>
              <a:t>A correction is an immediate action taken to eliminate a detected issue, nonconformity, or problem.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19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900" b="1" dirty="0"/>
              <a:t>Corrective Action: </a:t>
            </a:r>
            <a:r>
              <a:rPr lang="en-US" sz="1900" dirty="0"/>
              <a:t>action taken to eliminate the root cause of a detected nonconformity or issue to prevent its recurrence.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19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900" b="1" dirty="0"/>
              <a:t>Preventive Action: </a:t>
            </a:r>
            <a:r>
              <a:rPr lang="en-US" sz="1900" dirty="0"/>
              <a:t>action taken to identify and eliminate potential causes of future nonconformities or risks before they occur.</a:t>
            </a:r>
            <a:endParaRPr lang="en-IN" sz="19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111920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21156F-A5A2-5CA7-FDDC-35ABAE1E6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Risk Management Process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2ACFF-6F65-8E69-235A-C3A755A9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064" y="775397"/>
            <a:ext cx="6570824" cy="5307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FA492-E80D-09CA-448D-D2E68B567ED0}"/>
              </a:ext>
            </a:extLst>
          </p:cNvPr>
          <p:cNvSpPr txBox="1"/>
          <p:nvPr/>
        </p:nvSpPr>
        <p:spPr>
          <a:xfrm>
            <a:off x="4735285" y="6082602"/>
            <a:ext cx="272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Silka" panose="020B0604020202020204" charset="0"/>
              </a:rPr>
              <a:t>Lifecycle Diagram 1.0</a:t>
            </a:r>
            <a:endParaRPr lang="en-GB" dirty="0">
              <a:solidFill>
                <a:srgbClr val="FF0000"/>
              </a:solidFill>
              <a:latin typeface="Silk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490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0DAAC7-7F25-2CA3-FB31-4A2BD717E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Risk Management Process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B6C02-0108-6CA9-6D34-5396513C3F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4271" y="980567"/>
            <a:ext cx="11120410" cy="48968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Risk Identification</a:t>
            </a:r>
          </a:p>
          <a:p>
            <a:r>
              <a:rPr lang="en-US" sz="1600" dirty="0"/>
              <a:t>The process of identifying potential risks that may affect project objectives, delivery, quality, schedule, cost, or compliance.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2. Risk Analysis</a:t>
            </a:r>
          </a:p>
          <a:p>
            <a:r>
              <a:rPr lang="en-US" sz="1600" dirty="0"/>
              <a:t>The process of analyzing identified risks to determine their likelihood, impact, severity, and possible consequences.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3. Risk Evaluation</a:t>
            </a:r>
          </a:p>
          <a:p>
            <a:r>
              <a:rPr lang="en-US" sz="1600" dirty="0"/>
              <a:t>The process of comparing analyzed risks against defined risk criteria to prioritize and decide whether the risks require treatment.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4. Risk Treatment</a:t>
            </a:r>
          </a:p>
          <a:p>
            <a:r>
              <a:rPr lang="en-US" sz="1600" dirty="0"/>
              <a:t>The process of defining and implementing actions to avoid, reduce, transfer, control, or accept identified risks based on business needs and risk severity.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7974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21156F-A5A2-5CA7-FDDC-35ABAE1E6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76" y="305697"/>
            <a:ext cx="11585448" cy="430887"/>
          </a:xfrm>
        </p:spPr>
        <p:txBody>
          <a:bodyPr/>
          <a:lstStyle/>
          <a:p>
            <a:r>
              <a:rPr lang="en-US" dirty="0"/>
              <a:t>Category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3CE8B-1DED-7FE1-3AD2-0EBD915F617A}"/>
              </a:ext>
            </a:extLst>
          </p:cNvPr>
          <p:cNvSpPr txBox="1"/>
          <p:nvPr/>
        </p:nvSpPr>
        <p:spPr>
          <a:xfrm>
            <a:off x="544286" y="901249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sz="2000" b="1" dirty="0">
                <a:latin typeface="+mj-lt"/>
              </a:rPr>
              <a:t>Risk</a:t>
            </a:r>
          </a:p>
          <a:p>
            <a:pPr marL="171450" indent="-171450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sz="2000" b="1" dirty="0">
                <a:latin typeface="+mj-lt"/>
              </a:rPr>
              <a:t>Info Security Risk</a:t>
            </a:r>
          </a:p>
          <a:p>
            <a:pPr marL="171450" indent="-171450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Issue</a:t>
            </a:r>
          </a:p>
          <a:p>
            <a:pPr marL="171450" indent="-171450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Opportunity</a:t>
            </a:r>
            <a:r>
              <a:rPr lang="en-US" sz="1800" b="1" dirty="0">
                <a:latin typeface="+mj-lt"/>
              </a:rPr>
              <a:t>	</a:t>
            </a:r>
          </a:p>
          <a:p>
            <a:r>
              <a:rPr lang="en-IN" sz="2400" dirty="0">
                <a:latin typeface="+mj-lt"/>
              </a:rPr>
              <a:t>	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GB" sz="24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865AC7-875D-CBB0-B882-2C01C6DAD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008" y="1168766"/>
            <a:ext cx="4401535" cy="329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ACA4AE-D2BB-52F9-7D9B-F61D2C88C605}"/>
              </a:ext>
            </a:extLst>
          </p:cNvPr>
          <p:cNvSpPr txBox="1"/>
          <p:nvPr/>
        </p:nvSpPr>
        <p:spPr>
          <a:xfrm>
            <a:off x="303276" y="3144001"/>
            <a:ext cx="73260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spc="-20" dirty="0">
                <a:latin typeface="Silka" panose="00000500000000000000" pitchFamily="50" charset="0"/>
              </a:rPr>
              <a:t>Risk</a:t>
            </a:r>
            <a:r>
              <a:rPr lang="en-US" spc="-20" dirty="0">
                <a:latin typeface="Silka" panose="00000500000000000000" pitchFamily="50" charset="0"/>
              </a:rPr>
              <a:t> for potential project, delivery, schedule, quality, or operational risks that may occur in the future.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pc="-20" dirty="0">
              <a:latin typeface="Silka" panose="000005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spc="-20" dirty="0">
                <a:latin typeface="Silka" panose="00000500000000000000" pitchFamily="50" charset="0"/>
              </a:rPr>
              <a:t>Info Security Risk </a:t>
            </a:r>
            <a:r>
              <a:rPr lang="en-US" spc="-20" dirty="0">
                <a:latin typeface="Silka" panose="00000500000000000000" pitchFamily="50" charset="0"/>
              </a:rPr>
              <a:t>for cybersecurity, confidentiality, integrity, or availability-related risks(ISMS).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pc="-20" dirty="0">
              <a:latin typeface="Silka" panose="000005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spc="-20" dirty="0">
                <a:latin typeface="Silka" panose="00000500000000000000" pitchFamily="50" charset="0"/>
              </a:rPr>
              <a:t>Issue</a:t>
            </a:r>
            <a:r>
              <a:rPr lang="en-US" spc="-20" dirty="0">
                <a:latin typeface="Silka" panose="00000500000000000000" pitchFamily="50" charset="0"/>
              </a:rPr>
              <a:t> for an existing problem already impacting the project.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pc="-20" dirty="0">
              <a:latin typeface="Silka" panose="000005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spc="-20" dirty="0">
                <a:latin typeface="Silka" panose="00000500000000000000" pitchFamily="50" charset="0"/>
              </a:rPr>
              <a:t>Opportunity</a:t>
            </a:r>
            <a:r>
              <a:rPr lang="en-US" spc="-20" dirty="0">
                <a:latin typeface="Silka" panose="00000500000000000000" pitchFamily="50" charset="0"/>
              </a:rPr>
              <a:t> for improvement or business enhancement possibilities. 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002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4C56-2813-40EB-6369-98B1DC62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C3CC51-33B2-B3CC-9B49-275D5ACE0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76" y="305697"/>
            <a:ext cx="11585448" cy="430887"/>
          </a:xfrm>
        </p:spPr>
        <p:txBody>
          <a:bodyPr/>
          <a:lstStyle/>
          <a:p>
            <a:r>
              <a:rPr lang="en-US" dirty="0"/>
              <a:t>Risk Assessment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D0FFE-925F-CDA1-3784-ECCF40640E71}"/>
              </a:ext>
            </a:extLst>
          </p:cNvPr>
          <p:cNvSpPr txBox="1"/>
          <p:nvPr/>
        </p:nvSpPr>
        <p:spPr>
          <a:xfrm>
            <a:off x="257002" y="1423911"/>
            <a:ext cx="73260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200" dirty="0"/>
              <a:t>These focus areas are considered during the Risk Assessment (RA) process to evaluate potential business, legal, operational, security, and reputational impacts.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US" sz="22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200" dirty="0"/>
              <a:t>The consequence with the highest impact is determined based on the focus area or scope that carries the maximum risk value during the risk assessment process.</a:t>
            </a:r>
            <a:endParaRPr lang="en-US" sz="2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65763-D346-0E7D-629A-0E8C21E7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214" y="228600"/>
            <a:ext cx="2956321" cy="62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6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9765-3012-9A78-9B07-09D1323A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CE247-3C9A-A3D2-B2B8-52CFB9ACF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76" y="305697"/>
            <a:ext cx="11585448" cy="430887"/>
          </a:xfrm>
        </p:spPr>
        <p:txBody>
          <a:bodyPr/>
          <a:lstStyle/>
          <a:p>
            <a:r>
              <a:rPr lang="en-US" dirty="0"/>
              <a:t>Risk Evaluation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4B32CF-D145-B687-8A06-B24EB895B68B}"/>
              </a:ext>
            </a:extLst>
          </p:cNvPr>
          <p:cNvSpPr txBox="1"/>
          <p:nvPr/>
        </p:nvSpPr>
        <p:spPr>
          <a:xfrm>
            <a:off x="303276" y="1358596"/>
            <a:ext cx="732608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Risk score is calculated by evaluating the likelihood of occurrence and the impact or severity of the risk.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Risk Score </a:t>
            </a:r>
            <a:r>
              <a:rPr lang="en-IN" sz="2400" dirty="0"/>
              <a:t>= Likelihood × Impact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Likelihood</a:t>
            </a:r>
            <a:r>
              <a:rPr lang="en-US" sz="2400" dirty="0"/>
              <a:t> – Probability of the risk occurring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US" sz="2400" dirty="0"/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b="1" dirty="0"/>
              <a:t>Impact</a:t>
            </a:r>
            <a:r>
              <a:rPr lang="en-US" sz="2400" dirty="0"/>
              <a:t> – Severity or consequence if the risk occurs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374ED-BF0D-9294-2D2F-38A9669F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424" y="409365"/>
            <a:ext cx="4055300" cy="49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8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0749-5A90-BA1B-D18C-E4922686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4FEC34-2C9A-F835-F2B8-EE03DF6364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76" y="305697"/>
            <a:ext cx="11585448" cy="430887"/>
          </a:xfrm>
        </p:spPr>
        <p:txBody>
          <a:bodyPr/>
          <a:lstStyle/>
          <a:p>
            <a:r>
              <a:rPr lang="en-US" dirty="0"/>
              <a:t>Risk Treatment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5FFAB-0A1F-F4A3-E1F6-B26C5B2FB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677" y="736584"/>
            <a:ext cx="9222646" cy="553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1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21156F-A5A2-5CA7-FDDC-35ABAE1E6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</p:spPr>
        <p:txBody>
          <a:bodyPr/>
          <a:lstStyle/>
          <a:p>
            <a:r>
              <a:rPr lang="en-IN" b="1" dirty="0"/>
              <a:t>Best Practices While Creating Risk in ADO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225839-CAEA-2E37-6907-3C2517AD9F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895412"/>
            <a:ext cx="10992343" cy="5219575"/>
          </a:xfrm>
        </p:spPr>
        <p:txBody>
          <a:bodyPr/>
          <a:lstStyle/>
          <a:p>
            <a:pPr marL="285750" lvl="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b="1" dirty="0"/>
              <a:t>Title: </a:t>
            </a:r>
            <a:r>
              <a:rPr lang="en-IN" sz="2200" dirty="0"/>
              <a:t>Clear and specific</a:t>
            </a:r>
            <a:br>
              <a:rPr lang="en-IN" sz="2200" dirty="0"/>
            </a:br>
            <a:r>
              <a:rPr lang="en-IN" sz="2200" i="1" dirty="0"/>
              <a:t>Example:</a:t>
            </a:r>
            <a:r>
              <a:rPr lang="en-IN" sz="2200" dirty="0"/>
              <a:t> “Delay in API integration due to third-party dependency” </a:t>
            </a:r>
          </a:p>
          <a:p>
            <a:pPr lvl="0"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lvl="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b="1" dirty="0"/>
              <a:t>Description: </a:t>
            </a:r>
            <a:r>
              <a:rPr lang="en-IN" sz="2200" dirty="0"/>
              <a:t>Should Include: </a:t>
            </a:r>
            <a:r>
              <a:rPr lang="en-IN" sz="2200" spc="-20" dirty="0">
                <a:latin typeface="Silka" panose="00000500000000000000" pitchFamily="50" charset="0"/>
              </a:rPr>
              <a:t>Cause, Impact &amp; Affected module/release </a:t>
            </a:r>
          </a:p>
          <a:p>
            <a:pPr lvl="0">
              <a:buClr>
                <a:schemeClr val="tx2">
                  <a:lumMod val="60000"/>
                  <a:lumOff val="40000"/>
                </a:schemeClr>
              </a:buClr>
            </a:pPr>
            <a:endParaRPr lang="en-IN" sz="2200" spc="-20" dirty="0">
              <a:latin typeface="Silka" panose="00000500000000000000" pitchFamily="50" charset="0"/>
            </a:endParaRPr>
          </a:p>
          <a:p>
            <a:pPr marL="285750" lvl="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b="1" dirty="0"/>
              <a:t>Mandatory Fields:</a:t>
            </a:r>
            <a:r>
              <a:rPr lang="en-IN" sz="2200" dirty="0"/>
              <a:t> Likelihood, Impact, Severity, Owner, &amp; Mitigation Action Trigger Date.</a:t>
            </a:r>
          </a:p>
          <a:p>
            <a:pPr lvl="0"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lvl="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b="1" dirty="0"/>
              <a:t>Mitigation Plan:</a:t>
            </a:r>
            <a:r>
              <a:rPr lang="en-IN" sz="2200" dirty="0"/>
              <a:t> Always action-oriented</a:t>
            </a:r>
          </a:p>
          <a:p>
            <a:pPr lvl="0">
              <a:buClr>
                <a:schemeClr val="tx2">
                  <a:lumMod val="60000"/>
                  <a:lumOff val="40000"/>
                </a:schemeClr>
              </a:buClr>
            </a:pPr>
            <a:r>
              <a:rPr lang="en-IN" sz="2200" i="1" dirty="0"/>
              <a:t>    Example:</a:t>
            </a:r>
            <a:r>
              <a:rPr lang="en-IN" sz="2200" dirty="0"/>
              <a:t> “Follow up with vendor twice a week and prepare fallback API” </a:t>
            </a:r>
          </a:p>
          <a:p>
            <a:pPr lvl="0"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b="1" dirty="0"/>
              <a:t>Traceability (Very Important for Audit):</a:t>
            </a:r>
            <a:r>
              <a:rPr lang="en-IN" sz="2200" dirty="0"/>
              <a:t> Maintain Parent-Child relationship.</a:t>
            </a:r>
          </a:p>
          <a:p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480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B675-19A8-4594-8B3B-FA2060CD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CFD503-B19F-17C9-82AD-B5C7A9613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</p:spPr>
        <p:txBody>
          <a:bodyPr/>
          <a:lstStyle/>
          <a:p>
            <a:r>
              <a:rPr lang="en-IN" b="1" dirty="0"/>
              <a:t>Tips to Avoid Audit NCs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E52303-9B40-AAF2-F5B0-02ED4593F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971613"/>
            <a:ext cx="10992343" cy="5244130"/>
          </a:xfrm>
        </p:spPr>
        <p:txBody>
          <a:bodyPr/>
          <a:lstStyle/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Create risks at project Initiation itself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Update risk work items regularly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Ensure every high-risk has mitigation 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Maintain traceability in ADO 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Conduct risk revision exercise (document evidence)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Attach proof (Sponsors approval emails, meeting notes, Security scan reports) </a:t>
            </a:r>
          </a:p>
          <a:p>
            <a:pPr lvl="0"/>
            <a:endParaRPr lang="en-IN" sz="2200" dirty="0"/>
          </a:p>
          <a:p>
            <a:pPr lvl="0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5327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5B25-2C04-E262-B6E6-26D89D02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226805-B1F1-561C-4E15-640F617789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</p:spPr>
        <p:txBody>
          <a:bodyPr/>
          <a:lstStyle/>
          <a:p>
            <a:r>
              <a:rPr lang="en-IN"/>
              <a:t>References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6CE2FA-780E-4EB6-693B-AB8DC26364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971613"/>
            <a:ext cx="10992343" cy="5244130"/>
          </a:xfrm>
        </p:spPr>
        <p:txBody>
          <a:bodyPr/>
          <a:lstStyle/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Create risks at project Initiation itself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Update risk work items regularly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Ensure every high-risk has mitigation 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Maintain traceability in ADO 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Conduct risk revision exercise (document evidence)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</a:pPr>
            <a:endParaRPr lang="en-IN" sz="2200" dirty="0"/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200" dirty="0"/>
              <a:t>Attach proof (Sponsors approval emails, meeting notes, Security scan reports) </a:t>
            </a:r>
          </a:p>
          <a:p>
            <a:pPr lvl="0"/>
            <a:endParaRPr lang="en-IN" sz="2200" dirty="0"/>
          </a:p>
          <a:p>
            <a:pPr lvl="0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1616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635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imsonLogic">
      <a:dk1>
        <a:srgbClr val="000000"/>
      </a:dk1>
      <a:lt1>
        <a:srgbClr val="FFFFFF"/>
      </a:lt1>
      <a:dk2>
        <a:srgbClr val="FF0000"/>
      </a:dk2>
      <a:lt2>
        <a:srgbClr val="F7F7F7"/>
      </a:lt2>
      <a:accent1>
        <a:srgbClr val="236EC3"/>
      </a:accent1>
      <a:accent2>
        <a:srgbClr val="03A032"/>
      </a:accent2>
      <a:accent3>
        <a:srgbClr val="077FA1"/>
      </a:accent3>
      <a:accent4>
        <a:srgbClr val="5A913D"/>
      </a:accent4>
      <a:accent5>
        <a:srgbClr val="F0BC00"/>
      </a:accent5>
      <a:accent6>
        <a:srgbClr val="C54A31"/>
      </a:accent6>
      <a:hlink>
        <a:srgbClr val="FF0000"/>
      </a:hlink>
      <a:folHlink>
        <a:srgbClr val="FF0000"/>
      </a:folHlink>
    </a:clrScheme>
    <a:fontScheme name="CrimsonLogic Default">
      <a:majorFont>
        <a:latin typeface="Silka"/>
        <a:ea typeface=""/>
        <a:cs typeface=""/>
      </a:majorFont>
      <a:minorFont>
        <a:latin typeface="Silk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a2db3bde-a7f5-4689-9f79-ccdc0fc781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1F3BB35B1F3B46ABA6244101D9F6A0" ma:contentTypeVersion="20" ma:contentTypeDescription="Create a new document." ma:contentTypeScope="" ma:versionID="2bc4e399d6b176403e02b6c0833fda87">
  <xsd:schema xmlns:xsd="http://www.w3.org/2001/XMLSchema" xmlns:xs="http://www.w3.org/2001/XMLSchema" xmlns:p="http://schemas.microsoft.com/office/2006/metadata/properties" xmlns:ns1="http://schemas.microsoft.com/sharepoint/v3" xmlns:ns3="a2db3bde-a7f5-4689-9f79-ccdc0fc78118" xmlns:ns4="0aa0eabc-1b94-40bf-8fc6-a64a9b134da9" targetNamespace="http://schemas.microsoft.com/office/2006/metadata/properties" ma:root="true" ma:fieldsID="c637c1f171fe43e4be784e08dac93c2f" ns1:_="" ns3:_="" ns4:_="">
    <xsd:import namespace="http://schemas.microsoft.com/sharepoint/v3"/>
    <xsd:import namespace="a2db3bde-a7f5-4689-9f79-ccdc0fc78118"/>
    <xsd:import namespace="0aa0eabc-1b94-40bf-8fc6-a64a9b134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db3bde-a7f5-4689-9f79-ccdc0fc781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a0eabc-1b94-40bf-8fc6-a64a9b134da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53D698-0A73-486C-92F8-580B5DB0648B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0aa0eabc-1b94-40bf-8fc6-a64a9b134da9"/>
    <ds:schemaRef ds:uri="a2db3bde-a7f5-4689-9f79-ccdc0fc78118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40146BC-3941-4B4F-A084-5A2AE26BD0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40A3B0-1DD5-48ED-B83F-948087C82E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db3bde-a7f5-4689-9f79-ccdc0fc78118"/>
    <ds:schemaRef ds:uri="0aa0eabc-1b94-40bf-8fc6-a64a9b134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2169</TotalTime>
  <Words>651</Words>
  <Application>Microsoft Office PowerPoint</Application>
  <PresentationFormat>Widescreen</PresentationFormat>
  <Paragraphs>112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Wingdings</vt:lpstr>
      <vt:lpstr>Calibri</vt:lpstr>
      <vt:lpstr>Silka Bold</vt:lpstr>
      <vt:lpstr>Silka SemiBold</vt:lpstr>
      <vt:lpstr>Silka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CrimsonLogic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Koh</dc:creator>
  <cp:lastModifiedBy>Durgaprasad C</cp:lastModifiedBy>
  <cp:revision>41</cp:revision>
  <dcterms:created xsi:type="dcterms:W3CDTF">2023-08-28T03:26:23Z</dcterms:created>
  <dcterms:modified xsi:type="dcterms:W3CDTF">2026-05-07T09:30:56Z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0x0101003F1F3BB35B1F3B46ABA6244101D9F6A0</vt:lpwstr>
  </property>
</Properties>
</file>