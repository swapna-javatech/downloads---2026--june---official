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notesMasterIdLst>
    <p:notesMasterId r:id="rId11"/>
  </p:notesMasterIdLst>
  <p:sldIdLst>
    <p:sldId id="262" r:id="rId2"/>
    <p:sldId id="263" r:id="rId3"/>
    <p:sldId id="268" r:id="rId4"/>
    <p:sldId id="266" r:id="rId5"/>
    <p:sldId id="265" r:id="rId6"/>
    <p:sldId id="267" r:id="rId7"/>
    <p:sldId id="269" r:id="rId8"/>
    <p:sldId id="270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A1A2AE-E462-45AF-AEEF-79B0837176B3}" type="doc">
      <dgm:prSet loTypeId="urn:microsoft.com/office/officeart/2005/8/layout/hList1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IN"/>
        </a:p>
      </dgm:t>
    </dgm:pt>
    <dgm:pt modelId="{629C7BC3-4456-4758-8572-A2D28AFB8690}">
      <dgm:prSet phldrT="[Text]" phldr="0"/>
      <dgm:spPr/>
      <dgm:t>
        <a:bodyPr/>
        <a:lstStyle/>
        <a:p>
          <a:r>
            <a:rPr lang="en-US" dirty="0"/>
            <a:t>Details Needed</a:t>
          </a:r>
          <a:endParaRPr lang="en-IN" dirty="0"/>
        </a:p>
      </dgm:t>
    </dgm:pt>
    <dgm:pt modelId="{4CCF9841-3E39-4353-9C20-4EB6A4BE3896}" type="parTrans" cxnId="{BB82F3F7-2342-48B5-8550-04DC45013C8A}">
      <dgm:prSet/>
      <dgm:spPr/>
      <dgm:t>
        <a:bodyPr/>
        <a:lstStyle/>
        <a:p>
          <a:endParaRPr lang="en-IN"/>
        </a:p>
      </dgm:t>
    </dgm:pt>
    <dgm:pt modelId="{6BF549E2-D8C7-4213-A25C-F74BBB99AA64}" type="sibTrans" cxnId="{BB82F3F7-2342-48B5-8550-04DC45013C8A}">
      <dgm:prSet/>
      <dgm:spPr/>
      <dgm:t>
        <a:bodyPr/>
        <a:lstStyle/>
        <a:p>
          <a:endParaRPr lang="en-IN"/>
        </a:p>
      </dgm:t>
    </dgm:pt>
    <dgm:pt modelId="{C4B9207F-27A3-4B0F-A25A-F9F5E552D333}">
      <dgm:prSet phldrT="[Text]" phldr="0"/>
      <dgm:spPr/>
      <dgm:t>
        <a:bodyPr/>
        <a:lstStyle/>
        <a:p>
          <a:r>
            <a:rPr lang="en-US" dirty="0"/>
            <a:t>Destination </a:t>
          </a:r>
          <a:endParaRPr lang="en-IN" dirty="0"/>
        </a:p>
      </dgm:t>
    </dgm:pt>
    <dgm:pt modelId="{E932FB87-2C91-4EB6-8B2E-4C36F1D06D1E}" type="parTrans" cxnId="{C321462E-C9DF-4390-B909-ADD2DBED570D}">
      <dgm:prSet/>
      <dgm:spPr/>
      <dgm:t>
        <a:bodyPr/>
        <a:lstStyle/>
        <a:p>
          <a:endParaRPr lang="en-IN"/>
        </a:p>
      </dgm:t>
    </dgm:pt>
    <dgm:pt modelId="{C2A51D54-9560-4840-ABF2-92B41E1C6B90}" type="sibTrans" cxnId="{C321462E-C9DF-4390-B909-ADD2DBED570D}">
      <dgm:prSet/>
      <dgm:spPr/>
      <dgm:t>
        <a:bodyPr/>
        <a:lstStyle/>
        <a:p>
          <a:endParaRPr lang="en-IN"/>
        </a:p>
      </dgm:t>
    </dgm:pt>
    <dgm:pt modelId="{A0F73345-1375-4153-854B-8EAC96C7DE0A}">
      <dgm:prSet phldrT="[Text]" phldr="0"/>
      <dgm:spPr/>
      <dgm:t>
        <a:bodyPr/>
        <a:lstStyle/>
        <a:p>
          <a:r>
            <a:rPr lang="en-US" dirty="0"/>
            <a:t>Terminal</a:t>
          </a:r>
          <a:endParaRPr lang="en-IN" dirty="0"/>
        </a:p>
      </dgm:t>
    </dgm:pt>
    <dgm:pt modelId="{755C2B66-D85F-4770-9FF8-8F0850DBB4E0}" type="parTrans" cxnId="{8F34915B-83A9-4AB6-8B11-4780664F3E5E}">
      <dgm:prSet/>
      <dgm:spPr/>
      <dgm:t>
        <a:bodyPr/>
        <a:lstStyle/>
        <a:p>
          <a:endParaRPr lang="en-IN"/>
        </a:p>
      </dgm:t>
    </dgm:pt>
    <dgm:pt modelId="{963D3B6B-334C-4052-8BD3-9FDF94216231}" type="sibTrans" cxnId="{8F34915B-83A9-4AB6-8B11-4780664F3E5E}">
      <dgm:prSet/>
      <dgm:spPr/>
      <dgm:t>
        <a:bodyPr/>
        <a:lstStyle/>
        <a:p>
          <a:endParaRPr lang="en-IN"/>
        </a:p>
      </dgm:t>
    </dgm:pt>
    <dgm:pt modelId="{C2B4172D-D032-4310-8E32-94718B8CA516}">
      <dgm:prSet phldrT="[Text]" phldr="0"/>
      <dgm:spPr/>
      <dgm:t>
        <a:bodyPr/>
        <a:lstStyle/>
        <a:p>
          <a:r>
            <a:rPr lang="en-US" dirty="0"/>
            <a:t>Free time details</a:t>
          </a:r>
          <a:endParaRPr lang="en-IN" dirty="0"/>
        </a:p>
      </dgm:t>
    </dgm:pt>
    <dgm:pt modelId="{9240A276-8E8F-4FE1-A9AB-8648168DD468}" type="parTrans" cxnId="{973310FB-AABF-4E4A-BCEA-6D9F7CB2F9F5}">
      <dgm:prSet/>
      <dgm:spPr/>
      <dgm:t>
        <a:bodyPr/>
        <a:lstStyle/>
        <a:p>
          <a:endParaRPr lang="en-IN"/>
        </a:p>
      </dgm:t>
    </dgm:pt>
    <dgm:pt modelId="{B2A9407E-353D-4FD1-B1E1-6855894470D5}" type="sibTrans" cxnId="{973310FB-AABF-4E4A-BCEA-6D9F7CB2F9F5}">
      <dgm:prSet/>
      <dgm:spPr/>
      <dgm:t>
        <a:bodyPr/>
        <a:lstStyle/>
        <a:p>
          <a:endParaRPr lang="en-IN"/>
        </a:p>
      </dgm:t>
    </dgm:pt>
    <dgm:pt modelId="{66BF29E8-CDFD-4A7C-94B0-9ABCA02FBC46}">
      <dgm:prSet phldrT="[Text]" phldr="0"/>
      <dgm:spPr/>
      <dgm:t>
        <a:bodyPr/>
        <a:lstStyle/>
        <a:p>
          <a:r>
            <a:rPr lang="en-US" dirty="0"/>
            <a:t>1</a:t>
          </a:r>
          <a:r>
            <a:rPr lang="en-US" baseline="30000" dirty="0"/>
            <a:t>st</a:t>
          </a:r>
          <a:r>
            <a:rPr lang="en-US" dirty="0"/>
            <a:t> Period</a:t>
          </a:r>
          <a:endParaRPr lang="en-IN" dirty="0"/>
        </a:p>
      </dgm:t>
    </dgm:pt>
    <dgm:pt modelId="{DF10F594-E259-4587-AFFD-28C9EC169348}" type="parTrans" cxnId="{C7E57AFA-507D-439C-B309-C0D8574BB228}">
      <dgm:prSet/>
      <dgm:spPr/>
      <dgm:t>
        <a:bodyPr/>
        <a:lstStyle/>
        <a:p>
          <a:endParaRPr lang="en-IN"/>
        </a:p>
      </dgm:t>
    </dgm:pt>
    <dgm:pt modelId="{FF00F95F-62AD-4D64-85E6-98E0704CC77A}" type="sibTrans" cxnId="{C7E57AFA-507D-439C-B309-C0D8574BB228}">
      <dgm:prSet/>
      <dgm:spPr/>
      <dgm:t>
        <a:bodyPr/>
        <a:lstStyle/>
        <a:p>
          <a:endParaRPr lang="en-IN"/>
        </a:p>
      </dgm:t>
    </dgm:pt>
    <dgm:pt modelId="{9E721E9C-981B-48F9-BED7-59CA9C5333F9}">
      <dgm:prSet phldrT="[Text]" phldr="0"/>
      <dgm:spPr/>
      <dgm:t>
        <a:bodyPr/>
        <a:lstStyle/>
        <a:p>
          <a:r>
            <a:rPr lang="en-US" dirty="0"/>
            <a:t>2</a:t>
          </a:r>
          <a:r>
            <a:rPr lang="en-US" baseline="30000" dirty="0"/>
            <a:t>nd</a:t>
          </a:r>
          <a:r>
            <a:rPr lang="en-US" dirty="0"/>
            <a:t> Period</a:t>
          </a:r>
          <a:endParaRPr lang="en-IN" dirty="0"/>
        </a:p>
      </dgm:t>
    </dgm:pt>
    <dgm:pt modelId="{B2801BBA-6CDE-4633-A722-71759D7314CC}" type="parTrans" cxnId="{5E426578-A6F0-4D48-89F8-CEBBA272677E}">
      <dgm:prSet/>
      <dgm:spPr/>
      <dgm:t>
        <a:bodyPr/>
        <a:lstStyle/>
        <a:p>
          <a:endParaRPr lang="en-IN"/>
        </a:p>
      </dgm:t>
    </dgm:pt>
    <dgm:pt modelId="{AF3ACF38-FE73-4E13-8232-F1A4AFB9812E}" type="sibTrans" cxnId="{5E426578-A6F0-4D48-89F8-CEBBA272677E}">
      <dgm:prSet/>
      <dgm:spPr/>
      <dgm:t>
        <a:bodyPr/>
        <a:lstStyle/>
        <a:p>
          <a:endParaRPr lang="en-IN"/>
        </a:p>
      </dgm:t>
    </dgm:pt>
    <dgm:pt modelId="{1AE2FB1F-B93C-4726-A709-BE740CF747A6}">
      <dgm:prSet phldrT="[Text]" phldr="0"/>
      <dgm:spPr/>
      <dgm:t>
        <a:bodyPr/>
        <a:lstStyle/>
        <a:p>
          <a:r>
            <a:rPr lang="en-US" dirty="0"/>
            <a:t>Port </a:t>
          </a:r>
          <a:endParaRPr lang="en-IN" dirty="0"/>
        </a:p>
      </dgm:t>
    </dgm:pt>
    <dgm:pt modelId="{8EAC7E03-DFBD-4CB0-BDA3-58FDB924AF5B}" type="parTrans" cxnId="{E2CFFA77-6C84-401B-9D4C-E45B60872739}">
      <dgm:prSet/>
      <dgm:spPr/>
      <dgm:t>
        <a:bodyPr/>
        <a:lstStyle/>
        <a:p>
          <a:endParaRPr lang="en-IN"/>
        </a:p>
      </dgm:t>
    </dgm:pt>
    <dgm:pt modelId="{B8152D3F-3355-4E30-BA17-1B1833236E1A}" type="sibTrans" cxnId="{E2CFFA77-6C84-401B-9D4C-E45B60872739}">
      <dgm:prSet/>
      <dgm:spPr/>
      <dgm:t>
        <a:bodyPr/>
        <a:lstStyle/>
        <a:p>
          <a:endParaRPr lang="en-IN"/>
        </a:p>
      </dgm:t>
    </dgm:pt>
    <dgm:pt modelId="{3AF0066F-AE7F-4229-9447-886EA2324C77}">
      <dgm:prSet phldrT="[Text]" phldr="0"/>
      <dgm:spPr/>
      <dgm:t>
        <a:bodyPr/>
        <a:lstStyle/>
        <a:p>
          <a:r>
            <a:rPr lang="en-US" sz="2000" dirty="0"/>
            <a:t>Equipment type</a:t>
          </a:r>
          <a:endParaRPr lang="en-IN" sz="2000" dirty="0"/>
        </a:p>
      </dgm:t>
    </dgm:pt>
    <dgm:pt modelId="{9521B3A4-BC4A-456C-AC48-811BDD7F4154}" type="parTrans" cxnId="{48BFC25B-E8D8-4CB9-8883-7BC9EDF439FF}">
      <dgm:prSet/>
      <dgm:spPr/>
      <dgm:t>
        <a:bodyPr/>
        <a:lstStyle/>
        <a:p>
          <a:endParaRPr lang="en-IN"/>
        </a:p>
      </dgm:t>
    </dgm:pt>
    <dgm:pt modelId="{2CA94193-17B4-4C57-843D-FC08466B7B05}" type="sibTrans" cxnId="{48BFC25B-E8D8-4CB9-8883-7BC9EDF439FF}">
      <dgm:prSet/>
      <dgm:spPr/>
      <dgm:t>
        <a:bodyPr/>
        <a:lstStyle/>
        <a:p>
          <a:endParaRPr lang="en-IN"/>
        </a:p>
      </dgm:t>
    </dgm:pt>
    <dgm:pt modelId="{F2504E19-0588-451C-9211-5509E077D4CF}">
      <dgm:prSet phldrT="[Text]" phldr="0"/>
      <dgm:spPr/>
      <dgm:t>
        <a:bodyPr/>
        <a:lstStyle/>
        <a:p>
          <a:r>
            <a:rPr lang="en-US" sz="2000" dirty="0"/>
            <a:t>Rate per day </a:t>
          </a:r>
          <a:endParaRPr lang="en-IN" sz="2000" dirty="0"/>
        </a:p>
      </dgm:t>
    </dgm:pt>
    <dgm:pt modelId="{DE21D2D0-FBA5-4E48-AC13-9A33BDD3CBDD}" type="parTrans" cxnId="{B8D510FD-89B4-4DC2-A826-F5286273BFDD}">
      <dgm:prSet/>
      <dgm:spPr/>
      <dgm:t>
        <a:bodyPr/>
        <a:lstStyle/>
        <a:p>
          <a:endParaRPr lang="en-IN"/>
        </a:p>
      </dgm:t>
    </dgm:pt>
    <dgm:pt modelId="{41DE1D97-0AD0-4C33-BF3C-FE92A6AACD4E}" type="sibTrans" cxnId="{B8D510FD-89B4-4DC2-A826-F5286273BFDD}">
      <dgm:prSet/>
      <dgm:spPr/>
      <dgm:t>
        <a:bodyPr/>
        <a:lstStyle/>
        <a:p>
          <a:endParaRPr lang="en-IN"/>
        </a:p>
      </dgm:t>
    </dgm:pt>
    <dgm:pt modelId="{2FEF5C70-71F3-4C2B-9707-637ACF368BAE}">
      <dgm:prSet phldrT="[Text]" phldr="0"/>
      <dgm:spPr/>
      <dgm:t>
        <a:bodyPr/>
        <a:lstStyle/>
        <a:p>
          <a:r>
            <a:rPr lang="en-US" dirty="0"/>
            <a:t>Equipment Type</a:t>
          </a:r>
          <a:endParaRPr lang="en-IN" dirty="0"/>
        </a:p>
      </dgm:t>
    </dgm:pt>
    <dgm:pt modelId="{5A207306-EE5B-4E4B-B515-7B9F9EA2B216}" type="parTrans" cxnId="{2BB9D02D-6C17-4188-83F5-397026D316C6}">
      <dgm:prSet/>
      <dgm:spPr/>
      <dgm:t>
        <a:bodyPr/>
        <a:lstStyle/>
        <a:p>
          <a:endParaRPr lang="en-IN"/>
        </a:p>
      </dgm:t>
    </dgm:pt>
    <dgm:pt modelId="{CA565D31-AB02-4178-8509-C37403725F21}" type="sibTrans" cxnId="{2BB9D02D-6C17-4188-83F5-397026D316C6}">
      <dgm:prSet/>
      <dgm:spPr/>
      <dgm:t>
        <a:bodyPr/>
        <a:lstStyle/>
        <a:p>
          <a:endParaRPr lang="en-IN"/>
        </a:p>
      </dgm:t>
    </dgm:pt>
    <dgm:pt modelId="{A54AB87D-F8DD-4651-85C3-7DD4A9E8794A}">
      <dgm:prSet phldrT="[Text]" phldr="0"/>
      <dgm:spPr/>
      <dgm:t>
        <a:bodyPr/>
        <a:lstStyle/>
        <a:p>
          <a:r>
            <a:rPr lang="en-US" dirty="0"/>
            <a:t>Container Pickup date </a:t>
          </a:r>
          <a:endParaRPr lang="en-IN" dirty="0"/>
        </a:p>
      </dgm:t>
    </dgm:pt>
    <dgm:pt modelId="{2431DEFB-D9A0-4D89-BC8A-7A70AB6AB107}" type="parTrans" cxnId="{93F81FA2-FFEC-4979-8437-CC3AF8DABAED}">
      <dgm:prSet/>
      <dgm:spPr/>
      <dgm:t>
        <a:bodyPr/>
        <a:lstStyle/>
        <a:p>
          <a:endParaRPr lang="en-IN"/>
        </a:p>
      </dgm:t>
    </dgm:pt>
    <dgm:pt modelId="{07002081-24C3-4E0F-9212-B64EE49E8936}" type="sibTrans" cxnId="{93F81FA2-FFEC-4979-8437-CC3AF8DABAED}">
      <dgm:prSet/>
      <dgm:spPr/>
      <dgm:t>
        <a:bodyPr/>
        <a:lstStyle/>
        <a:p>
          <a:endParaRPr lang="en-IN"/>
        </a:p>
      </dgm:t>
    </dgm:pt>
    <dgm:pt modelId="{767761C9-7231-422B-A271-B7F261996900}">
      <dgm:prSet phldrT="[Text]" phldr="0"/>
      <dgm:spPr/>
      <dgm:t>
        <a:bodyPr/>
        <a:lstStyle/>
        <a:p>
          <a:r>
            <a:rPr lang="en-US" dirty="0"/>
            <a:t>Estimated departure date</a:t>
          </a:r>
          <a:endParaRPr lang="en-IN" dirty="0"/>
        </a:p>
      </dgm:t>
    </dgm:pt>
    <dgm:pt modelId="{E0E86DEA-E8A7-4EE4-B25D-DDD3AF877D0A}" type="parTrans" cxnId="{4F221CDC-D12C-49AE-BAC0-E76DA142CA41}">
      <dgm:prSet/>
      <dgm:spPr/>
      <dgm:t>
        <a:bodyPr/>
        <a:lstStyle/>
        <a:p>
          <a:endParaRPr lang="en-IN"/>
        </a:p>
      </dgm:t>
    </dgm:pt>
    <dgm:pt modelId="{FF487CF7-F011-4CEF-8C6C-D0B95578CAEE}" type="sibTrans" cxnId="{4F221CDC-D12C-49AE-BAC0-E76DA142CA41}">
      <dgm:prSet/>
      <dgm:spPr/>
      <dgm:t>
        <a:bodyPr/>
        <a:lstStyle/>
        <a:p>
          <a:endParaRPr lang="en-IN"/>
        </a:p>
      </dgm:t>
    </dgm:pt>
    <dgm:pt modelId="{F072B0B4-0A9E-4ABA-A9D8-58C55C45710F}">
      <dgm:prSet phldrT="[Text]" phldr="0"/>
      <dgm:spPr/>
      <dgm:t>
        <a:bodyPr/>
        <a:lstStyle/>
        <a:p>
          <a:endParaRPr lang="en-IN" dirty="0"/>
        </a:p>
      </dgm:t>
    </dgm:pt>
    <dgm:pt modelId="{CFFB4FCA-4D27-44B4-AE79-DB08BE958B5C}" type="parTrans" cxnId="{F9CAD934-8F62-4F26-86EF-CA37C17989E9}">
      <dgm:prSet/>
      <dgm:spPr/>
      <dgm:t>
        <a:bodyPr/>
        <a:lstStyle/>
        <a:p>
          <a:endParaRPr lang="en-IN"/>
        </a:p>
      </dgm:t>
    </dgm:pt>
    <dgm:pt modelId="{DCF46F20-96EB-45C5-893F-1C8BD05F09A7}" type="sibTrans" cxnId="{F9CAD934-8F62-4F26-86EF-CA37C17989E9}">
      <dgm:prSet/>
      <dgm:spPr/>
      <dgm:t>
        <a:bodyPr/>
        <a:lstStyle/>
        <a:p>
          <a:endParaRPr lang="en-IN"/>
        </a:p>
      </dgm:t>
    </dgm:pt>
    <dgm:pt modelId="{D578BFE9-CCB9-4BBE-8A43-A977F47DB4E5}">
      <dgm:prSet phldrT="[Text]" phldr="0"/>
      <dgm:spPr/>
      <dgm:t>
        <a:bodyPr/>
        <a:lstStyle/>
        <a:p>
          <a:r>
            <a:rPr lang="en-US" dirty="0"/>
            <a:t>Cut off date [Container of Shipper like MER]</a:t>
          </a:r>
          <a:br>
            <a:rPr lang="en-US" dirty="0"/>
          </a:br>
          <a:r>
            <a:rPr lang="en-US" dirty="0"/>
            <a:t>--------------------------</a:t>
          </a:r>
          <a:br>
            <a:rPr lang="en-US" dirty="0"/>
          </a:br>
          <a:r>
            <a:rPr lang="en-US" dirty="0"/>
            <a:t>Total Days </a:t>
          </a:r>
          <a:endParaRPr lang="en-IN" dirty="0"/>
        </a:p>
      </dgm:t>
    </dgm:pt>
    <dgm:pt modelId="{6F34E527-C97A-45EB-B391-B5DBBA43622A}" type="parTrans" cxnId="{76F57484-A345-4787-8ACB-2A65450316B2}">
      <dgm:prSet/>
      <dgm:spPr/>
      <dgm:t>
        <a:bodyPr/>
        <a:lstStyle/>
        <a:p>
          <a:endParaRPr lang="en-IN"/>
        </a:p>
      </dgm:t>
    </dgm:pt>
    <dgm:pt modelId="{C1032994-E4C7-4A6C-BECA-166DEB20D8C6}" type="sibTrans" cxnId="{76F57484-A345-4787-8ACB-2A65450316B2}">
      <dgm:prSet/>
      <dgm:spPr/>
      <dgm:t>
        <a:bodyPr/>
        <a:lstStyle/>
        <a:p>
          <a:endParaRPr lang="en-IN"/>
        </a:p>
      </dgm:t>
    </dgm:pt>
    <dgm:pt modelId="{F517F687-47FE-4353-815A-E7105EB266D0}">
      <dgm:prSet phldrT="[Text]" phldr="0"/>
      <dgm:spPr/>
      <dgm:t>
        <a:bodyPr/>
        <a:lstStyle/>
        <a:p>
          <a:r>
            <a:rPr lang="en-US" dirty="0"/>
            <a:t>After periods expiry</a:t>
          </a:r>
          <a:endParaRPr lang="en-IN" dirty="0"/>
        </a:p>
      </dgm:t>
    </dgm:pt>
    <dgm:pt modelId="{84BFEF3F-D5BC-494E-AF1A-1C169D561447}" type="parTrans" cxnId="{4BB74296-4096-4738-9499-58DE33533521}">
      <dgm:prSet/>
      <dgm:spPr/>
      <dgm:t>
        <a:bodyPr/>
        <a:lstStyle/>
        <a:p>
          <a:endParaRPr lang="en-IN"/>
        </a:p>
      </dgm:t>
    </dgm:pt>
    <dgm:pt modelId="{7E57B39D-24AB-4D9E-BFE9-E700D5339FC1}" type="sibTrans" cxnId="{4BB74296-4096-4738-9499-58DE33533521}">
      <dgm:prSet/>
      <dgm:spPr/>
      <dgm:t>
        <a:bodyPr/>
        <a:lstStyle/>
        <a:p>
          <a:endParaRPr lang="en-IN"/>
        </a:p>
      </dgm:t>
    </dgm:pt>
    <dgm:pt modelId="{D817D909-9B94-4113-86DC-1E9DD2A0B900}">
      <dgm:prSet phldrT="[Text]" phldr="0"/>
      <dgm:spPr/>
      <dgm:t>
        <a:bodyPr/>
        <a:lstStyle/>
        <a:p>
          <a:endParaRPr lang="en-IN" dirty="0"/>
        </a:p>
      </dgm:t>
    </dgm:pt>
    <dgm:pt modelId="{9EAE90EF-B76B-4EE4-8B43-88CA62FB6B4C}" type="parTrans" cxnId="{5DE395E5-7DD0-4FC3-8A03-C39D024FDCCB}">
      <dgm:prSet/>
      <dgm:spPr/>
      <dgm:t>
        <a:bodyPr/>
        <a:lstStyle/>
        <a:p>
          <a:endParaRPr lang="en-IN"/>
        </a:p>
      </dgm:t>
    </dgm:pt>
    <dgm:pt modelId="{82FE1E95-0378-466F-8572-17C671E5354C}" type="sibTrans" cxnId="{5DE395E5-7DD0-4FC3-8A03-C39D024FDCCB}">
      <dgm:prSet/>
      <dgm:spPr/>
      <dgm:t>
        <a:bodyPr/>
        <a:lstStyle/>
        <a:p>
          <a:endParaRPr lang="en-IN"/>
        </a:p>
      </dgm:t>
    </dgm:pt>
    <dgm:pt modelId="{2852870B-76DA-405A-9D0B-52857039312A}">
      <dgm:prSet phldrT="[Text]" phldr="0" custT="1"/>
      <dgm:spPr/>
      <dgm:t>
        <a:bodyPr/>
        <a:lstStyle/>
        <a:p>
          <a:r>
            <a:rPr lang="en-US" sz="2000" dirty="0">
              <a:solidFill>
                <a:srgbClr val="FF0000"/>
              </a:solidFill>
            </a:rPr>
            <a:t>Slab Charge Calculation</a:t>
          </a:r>
          <a:endParaRPr lang="en-IN" sz="2000" dirty="0">
            <a:solidFill>
              <a:srgbClr val="FF0000"/>
            </a:solidFill>
          </a:endParaRPr>
        </a:p>
      </dgm:t>
    </dgm:pt>
    <dgm:pt modelId="{39FD06B3-97D7-45B0-B666-69FA1B3D3BED}" type="parTrans" cxnId="{4A9C8A83-20B5-43C3-A685-34EEB57AF911}">
      <dgm:prSet/>
      <dgm:spPr/>
      <dgm:t>
        <a:bodyPr/>
        <a:lstStyle/>
        <a:p>
          <a:endParaRPr lang="en-IN"/>
        </a:p>
      </dgm:t>
    </dgm:pt>
    <dgm:pt modelId="{E3D5569A-3FFA-46EE-87BA-6822AC1E5C9F}" type="sibTrans" cxnId="{4A9C8A83-20B5-43C3-A685-34EEB57AF911}">
      <dgm:prSet/>
      <dgm:spPr/>
      <dgm:t>
        <a:bodyPr/>
        <a:lstStyle/>
        <a:p>
          <a:endParaRPr lang="en-IN"/>
        </a:p>
      </dgm:t>
    </dgm:pt>
    <dgm:pt modelId="{AED5A30A-89E5-4A85-8650-28E53F56F9C6}" type="pres">
      <dgm:prSet presAssocID="{83A1A2AE-E462-45AF-AEEF-79B0837176B3}" presName="Name0" presStyleCnt="0">
        <dgm:presLayoutVars>
          <dgm:dir/>
          <dgm:animLvl val="lvl"/>
          <dgm:resizeHandles val="exact"/>
        </dgm:presLayoutVars>
      </dgm:prSet>
      <dgm:spPr/>
    </dgm:pt>
    <dgm:pt modelId="{F416FC41-582E-400C-A303-964683B97D66}" type="pres">
      <dgm:prSet presAssocID="{629C7BC3-4456-4758-8572-A2D28AFB8690}" presName="composite" presStyleCnt="0"/>
      <dgm:spPr/>
    </dgm:pt>
    <dgm:pt modelId="{068FA11D-B9E7-41EE-AE66-C7800E7DF764}" type="pres">
      <dgm:prSet presAssocID="{629C7BC3-4456-4758-8572-A2D28AFB869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3086F90-F477-4E56-81BA-56396C82D205}" type="pres">
      <dgm:prSet presAssocID="{629C7BC3-4456-4758-8572-A2D28AFB8690}" presName="desTx" presStyleLbl="alignAccFollowNode1" presStyleIdx="0" presStyleCnt="3">
        <dgm:presLayoutVars>
          <dgm:bulletEnabled val="1"/>
        </dgm:presLayoutVars>
      </dgm:prSet>
      <dgm:spPr/>
    </dgm:pt>
    <dgm:pt modelId="{7F5FDB48-E442-469B-B037-E2D0803995BC}" type="pres">
      <dgm:prSet presAssocID="{6BF549E2-D8C7-4213-A25C-F74BBB99AA64}" presName="space" presStyleCnt="0"/>
      <dgm:spPr/>
    </dgm:pt>
    <dgm:pt modelId="{360EE3B2-5D29-4E33-AEA6-4502FC297BA7}" type="pres">
      <dgm:prSet presAssocID="{C2B4172D-D032-4310-8E32-94718B8CA516}" presName="composite" presStyleCnt="0"/>
      <dgm:spPr/>
    </dgm:pt>
    <dgm:pt modelId="{F4AA3954-1829-4177-8ADC-FD31E51AD8F0}" type="pres">
      <dgm:prSet presAssocID="{C2B4172D-D032-4310-8E32-94718B8CA51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A676CA5-E51F-43CF-91A1-0517325AF592}" type="pres">
      <dgm:prSet presAssocID="{C2B4172D-D032-4310-8E32-94718B8CA516}" presName="desTx" presStyleLbl="alignAccFollowNode1" presStyleIdx="1" presStyleCnt="3">
        <dgm:presLayoutVars>
          <dgm:bulletEnabled val="1"/>
        </dgm:presLayoutVars>
      </dgm:prSet>
      <dgm:spPr/>
    </dgm:pt>
    <dgm:pt modelId="{1C11C033-0AA4-45D5-B7A2-3EEBBF89B967}" type="pres">
      <dgm:prSet presAssocID="{B2A9407E-353D-4FD1-B1E1-6855894470D5}" presName="space" presStyleCnt="0"/>
      <dgm:spPr/>
    </dgm:pt>
    <dgm:pt modelId="{F15F7373-429B-4C30-8340-0CBF37581F05}" type="pres">
      <dgm:prSet presAssocID="{1AE2FB1F-B93C-4726-A709-BE740CF747A6}" presName="composite" presStyleCnt="0"/>
      <dgm:spPr/>
    </dgm:pt>
    <dgm:pt modelId="{0B7EFF3F-735D-4C82-8A1F-F8BA87E1E6D0}" type="pres">
      <dgm:prSet presAssocID="{1AE2FB1F-B93C-4726-A709-BE740CF747A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9C94196-839D-4634-BB51-321EF7888801}" type="pres">
      <dgm:prSet presAssocID="{1AE2FB1F-B93C-4726-A709-BE740CF747A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06C1004-843E-484F-B21A-0EA215E4FC5D}" type="presOf" srcId="{629C7BC3-4456-4758-8572-A2D28AFB8690}" destId="{068FA11D-B9E7-41EE-AE66-C7800E7DF764}" srcOrd="0" destOrd="0" presId="urn:microsoft.com/office/officeart/2005/8/layout/hList1"/>
    <dgm:cxn modelId="{C7DE6610-3F25-4E12-B1D3-63A2953D5C2D}" type="presOf" srcId="{83A1A2AE-E462-45AF-AEEF-79B0837176B3}" destId="{AED5A30A-89E5-4A85-8650-28E53F56F9C6}" srcOrd="0" destOrd="0" presId="urn:microsoft.com/office/officeart/2005/8/layout/hList1"/>
    <dgm:cxn modelId="{52B83C1E-D046-4249-B296-6845C57346C2}" type="presOf" srcId="{C2B4172D-D032-4310-8E32-94718B8CA516}" destId="{F4AA3954-1829-4177-8ADC-FD31E51AD8F0}" srcOrd="0" destOrd="0" presId="urn:microsoft.com/office/officeart/2005/8/layout/hList1"/>
    <dgm:cxn modelId="{1E7D161F-99D3-4171-ABE6-96F52971D041}" type="presOf" srcId="{A54AB87D-F8DD-4651-85C3-7DD4A9E8794A}" destId="{13086F90-F477-4E56-81BA-56396C82D205}" srcOrd="0" destOrd="3" presId="urn:microsoft.com/office/officeart/2005/8/layout/hList1"/>
    <dgm:cxn modelId="{2BB9D02D-6C17-4188-83F5-397026D316C6}" srcId="{629C7BC3-4456-4758-8572-A2D28AFB8690}" destId="{2FEF5C70-71F3-4C2B-9707-637ACF368BAE}" srcOrd="2" destOrd="0" parTransId="{5A207306-EE5B-4E4B-B515-7B9F9EA2B216}" sibTransId="{CA565D31-AB02-4178-8509-C37403725F21}"/>
    <dgm:cxn modelId="{C321462E-C9DF-4390-B909-ADD2DBED570D}" srcId="{629C7BC3-4456-4758-8572-A2D28AFB8690}" destId="{C4B9207F-27A3-4B0F-A25A-F9F5E552D333}" srcOrd="0" destOrd="0" parTransId="{E932FB87-2C91-4EB6-8B2E-4C36F1D06D1E}" sibTransId="{C2A51D54-9560-4840-ABF2-92B41E1C6B90}"/>
    <dgm:cxn modelId="{2402942E-02DC-48A8-AE1E-7652CBF4B1F8}" type="presOf" srcId="{2852870B-76DA-405A-9D0B-52857039312A}" destId="{89C94196-839D-4634-BB51-321EF7888801}" srcOrd="0" destOrd="2" presId="urn:microsoft.com/office/officeart/2005/8/layout/hList1"/>
    <dgm:cxn modelId="{E09E3B30-39E6-4E90-81C3-0A7CE13CF3E9}" type="presOf" srcId="{66BF29E8-CDFD-4A7C-94B0-9ABCA02FBC46}" destId="{DA676CA5-E51F-43CF-91A1-0517325AF592}" srcOrd="0" destOrd="0" presId="urn:microsoft.com/office/officeart/2005/8/layout/hList1"/>
    <dgm:cxn modelId="{F9CAD934-8F62-4F26-86EF-CA37C17989E9}" srcId="{629C7BC3-4456-4758-8572-A2D28AFB8690}" destId="{F072B0B4-0A9E-4ABA-A9D8-58C55C45710F}" srcOrd="6" destOrd="0" parTransId="{CFFB4FCA-4D27-44B4-AE79-DB08BE958B5C}" sibTransId="{DCF46F20-96EB-45C5-893F-1C8BD05F09A7}"/>
    <dgm:cxn modelId="{89650E5B-D39C-4D66-BC6D-29174A9CFFE6}" type="presOf" srcId="{D817D909-9B94-4113-86DC-1E9DD2A0B900}" destId="{DA676CA5-E51F-43CF-91A1-0517325AF592}" srcOrd="0" destOrd="3" presId="urn:microsoft.com/office/officeart/2005/8/layout/hList1"/>
    <dgm:cxn modelId="{8F34915B-83A9-4AB6-8B11-4780664F3E5E}" srcId="{629C7BC3-4456-4758-8572-A2D28AFB8690}" destId="{A0F73345-1375-4153-854B-8EAC96C7DE0A}" srcOrd="1" destOrd="0" parTransId="{755C2B66-D85F-4770-9FF8-8F0850DBB4E0}" sibTransId="{963D3B6B-334C-4052-8BD3-9FDF94216231}"/>
    <dgm:cxn modelId="{48BFC25B-E8D8-4CB9-8883-7BC9EDF439FF}" srcId="{1AE2FB1F-B93C-4726-A709-BE740CF747A6}" destId="{3AF0066F-AE7F-4229-9447-886EA2324C77}" srcOrd="0" destOrd="0" parTransId="{9521B3A4-BC4A-456C-AC48-811BDD7F4154}" sibTransId="{2CA94193-17B4-4C57-843D-FC08466B7B05}"/>
    <dgm:cxn modelId="{A104E663-325C-43CB-B719-6ADF13D14164}" type="presOf" srcId="{F2504E19-0588-451C-9211-5509E077D4CF}" destId="{89C94196-839D-4634-BB51-321EF7888801}" srcOrd="0" destOrd="1" presId="urn:microsoft.com/office/officeart/2005/8/layout/hList1"/>
    <dgm:cxn modelId="{0F38506B-4ED4-4C68-9293-8CF2F232E2CA}" type="presOf" srcId="{2FEF5C70-71F3-4C2B-9707-637ACF368BAE}" destId="{13086F90-F477-4E56-81BA-56396C82D205}" srcOrd="0" destOrd="2" presId="urn:microsoft.com/office/officeart/2005/8/layout/hList1"/>
    <dgm:cxn modelId="{FA8E434D-FB48-4982-BEC0-654D02B72687}" type="presOf" srcId="{767761C9-7231-422B-A271-B7F261996900}" destId="{13086F90-F477-4E56-81BA-56396C82D205}" srcOrd="0" destOrd="4" presId="urn:microsoft.com/office/officeart/2005/8/layout/hList1"/>
    <dgm:cxn modelId="{2E698352-2B76-4F2D-BFE7-B5DAAC0BB3C4}" type="presOf" srcId="{1AE2FB1F-B93C-4726-A709-BE740CF747A6}" destId="{0B7EFF3F-735D-4C82-8A1F-F8BA87E1E6D0}" srcOrd="0" destOrd="0" presId="urn:microsoft.com/office/officeart/2005/8/layout/hList1"/>
    <dgm:cxn modelId="{E2CFFA77-6C84-401B-9D4C-E45B60872739}" srcId="{83A1A2AE-E462-45AF-AEEF-79B0837176B3}" destId="{1AE2FB1F-B93C-4726-A709-BE740CF747A6}" srcOrd="2" destOrd="0" parTransId="{8EAC7E03-DFBD-4CB0-BDA3-58FDB924AF5B}" sibTransId="{B8152D3F-3355-4E30-BA17-1B1833236E1A}"/>
    <dgm:cxn modelId="{5E426578-A6F0-4D48-89F8-CEBBA272677E}" srcId="{C2B4172D-D032-4310-8E32-94718B8CA516}" destId="{9E721E9C-981B-48F9-BED7-59CA9C5333F9}" srcOrd="1" destOrd="0" parTransId="{B2801BBA-6CDE-4633-A722-71759D7314CC}" sibTransId="{AF3ACF38-FE73-4E13-8232-F1A4AFB9812E}"/>
    <dgm:cxn modelId="{5D8CB958-1478-47D3-981C-579703CB2748}" type="presOf" srcId="{A0F73345-1375-4153-854B-8EAC96C7DE0A}" destId="{13086F90-F477-4E56-81BA-56396C82D205}" srcOrd="0" destOrd="1" presId="urn:microsoft.com/office/officeart/2005/8/layout/hList1"/>
    <dgm:cxn modelId="{4A9C8A83-20B5-43C3-A685-34EEB57AF911}" srcId="{1AE2FB1F-B93C-4726-A709-BE740CF747A6}" destId="{2852870B-76DA-405A-9D0B-52857039312A}" srcOrd="2" destOrd="0" parTransId="{39FD06B3-97D7-45B0-B666-69FA1B3D3BED}" sibTransId="{E3D5569A-3FFA-46EE-87BA-6822AC1E5C9F}"/>
    <dgm:cxn modelId="{76F57484-A345-4787-8ACB-2A65450316B2}" srcId="{629C7BC3-4456-4758-8572-A2D28AFB8690}" destId="{D578BFE9-CCB9-4BBE-8A43-A977F47DB4E5}" srcOrd="5" destOrd="0" parTransId="{6F34E527-C97A-45EB-B391-B5DBBA43622A}" sibTransId="{C1032994-E4C7-4A6C-BECA-166DEB20D8C6}"/>
    <dgm:cxn modelId="{4BB74296-4096-4738-9499-58DE33533521}" srcId="{C2B4172D-D032-4310-8E32-94718B8CA516}" destId="{F517F687-47FE-4353-815A-E7105EB266D0}" srcOrd="2" destOrd="0" parTransId="{84BFEF3F-D5BC-494E-AF1A-1C169D561447}" sibTransId="{7E57B39D-24AB-4D9E-BFE9-E700D5339FC1}"/>
    <dgm:cxn modelId="{93F81FA2-FFEC-4979-8437-CC3AF8DABAED}" srcId="{629C7BC3-4456-4758-8572-A2D28AFB8690}" destId="{A54AB87D-F8DD-4651-85C3-7DD4A9E8794A}" srcOrd="3" destOrd="0" parTransId="{2431DEFB-D9A0-4D89-BC8A-7A70AB6AB107}" sibTransId="{07002081-24C3-4E0F-9212-B64EE49E8936}"/>
    <dgm:cxn modelId="{B0D9A9B6-369E-4604-81AE-CB930060EE23}" type="presOf" srcId="{3AF0066F-AE7F-4229-9447-886EA2324C77}" destId="{89C94196-839D-4634-BB51-321EF7888801}" srcOrd="0" destOrd="0" presId="urn:microsoft.com/office/officeart/2005/8/layout/hList1"/>
    <dgm:cxn modelId="{B834ABD1-6332-45E4-A402-A8450D3AAF7C}" type="presOf" srcId="{F517F687-47FE-4353-815A-E7105EB266D0}" destId="{DA676CA5-E51F-43CF-91A1-0517325AF592}" srcOrd="0" destOrd="2" presId="urn:microsoft.com/office/officeart/2005/8/layout/hList1"/>
    <dgm:cxn modelId="{6ACD7EDA-D5C6-4938-9A99-2DB5FE9FF650}" type="presOf" srcId="{F072B0B4-0A9E-4ABA-A9D8-58C55C45710F}" destId="{13086F90-F477-4E56-81BA-56396C82D205}" srcOrd="0" destOrd="6" presId="urn:microsoft.com/office/officeart/2005/8/layout/hList1"/>
    <dgm:cxn modelId="{4F221CDC-D12C-49AE-BAC0-E76DA142CA41}" srcId="{629C7BC3-4456-4758-8572-A2D28AFB8690}" destId="{767761C9-7231-422B-A271-B7F261996900}" srcOrd="4" destOrd="0" parTransId="{E0E86DEA-E8A7-4EE4-B25D-DDD3AF877D0A}" sibTransId="{FF487CF7-F011-4CEF-8C6C-D0B95578CAEE}"/>
    <dgm:cxn modelId="{5DE395E5-7DD0-4FC3-8A03-C39D024FDCCB}" srcId="{C2B4172D-D032-4310-8E32-94718B8CA516}" destId="{D817D909-9B94-4113-86DC-1E9DD2A0B900}" srcOrd="3" destOrd="0" parTransId="{9EAE90EF-B76B-4EE4-8B43-88CA62FB6B4C}" sibTransId="{82FE1E95-0378-466F-8572-17C671E5354C}"/>
    <dgm:cxn modelId="{972C46E7-87B2-49D2-9C02-C3E033362091}" type="presOf" srcId="{C4B9207F-27A3-4B0F-A25A-F9F5E552D333}" destId="{13086F90-F477-4E56-81BA-56396C82D205}" srcOrd="0" destOrd="0" presId="urn:microsoft.com/office/officeart/2005/8/layout/hList1"/>
    <dgm:cxn modelId="{BB82F3F7-2342-48B5-8550-04DC45013C8A}" srcId="{83A1A2AE-E462-45AF-AEEF-79B0837176B3}" destId="{629C7BC3-4456-4758-8572-A2D28AFB8690}" srcOrd="0" destOrd="0" parTransId="{4CCF9841-3E39-4353-9C20-4EB6A4BE3896}" sibTransId="{6BF549E2-D8C7-4213-A25C-F74BBB99AA64}"/>
    <dgm:cxn modelId="{CE2077FA-40ED-40BD-8324-DC95883673C6}" type="presOf" srcId="{9E721E9C-981B-48F9-BED7-59CA9C5333F9}" destId="{DA676CA5-E51F-43CF-91A1-0517325AF592}" srcOrd="0" destOrd="1" presId="urn:microsoft.com/office/officeart/2005/8/layout/hList1"/>
    <dgm:cxn modelId="{C7E57AFA-507D-439C-B309-C0D8574BB228}" srcId="{C2B4172D-D032-4310-8E32-94718B8CA516}" destId="{66BF29E8-CDFD-4A7C-94B0-9ABCA02FBC46}" srcOrd="0" destOrd="0" parTransId="{DF10F594-E259-4587-AFFD-28C9EC169348}" sibTransId="{FF00F95F-62AD-4D64-85E6-98E0704CC77A}"/>
    <dgm:cxn modelId="{973310FB-AABF-4E4A-BCEA-6D9F7CB2F9F5}" srcId="{83A1A2AE-E462-45AF-AEEF-79B0837176B3}" destId="{C2B4172D-D032-4310-8E32-94718B8CA516}" srcOrd="1" destOrd="0" parTransId="{9240A276-8E8F-4FE1-A9AB-8648168DD468}" sibTransId="{B2A9407E-353D-4FD1-B1E1-6855894470D5}"/>
    <dgm:cxn modelId="{B8D510FD-89B4-4DC2-A826-F5286273BFDD}" srcId="{1AE2FB1F-B93C-4726-A709-BE740CF747A6}" destId="{F2504E19-0588-451C-9211-5509E077D4CF}" srcOrd="1" destOrd="0" parTransId="{DE21D2D0-FBA5-4E48-AC13-9A33BDD3CBDD}" sibTransId="{41DE1D97-0AD0-4C33-BF3C-FE92A6AACD4E}"/>
    <dgm:cxn modelId="{41BBF1FF-630A-4649-AC41-5050AB2490A5}" type="presOf" srcId="{D578BFE9-CCB9-4BBE-8A43-A977F47DB4E5}" destId="{13086F90-F477-4E56-81BA-56396C82D205}" srcOrd="0" destOrd="5" presId="urn:microsoft.com/office/officeart/2005/8/layout/hList1"/>
    <dgm:cxn modelId="{05E0BE4D-5F19-4227-B4FC-8384C6D93904}" type="presParOf" srcId="{AED5A30A-89E5-4A85-8650-28E53F56F9C6}" destId="{F416FC41-582E-400C-A303-964683B97D66}" srcOrd="0" destOrd="0" presId="urn:microsoft.com/office/officeart/2005/8/layout/hList1"/>
    <dgm:cxn modelId="{0F9626E2-C324-46E7-B9E2-D3D34674C066}" type="presParOf" srcId="{F416FC41-582E-400C-A303-964683B97D66}" destId="{068FA11D-B9E7-41EE-AE66-C7800E7DF764}" srcOrd="0" destOrd="0" presId="urn:microsoft.com/office/officeart/2005/8/layout/hList1"/>
    <dgm:cxn modelId="{E6296101-0D73-4640-A350-6FABFACBD8E4}" type="presParOf" srcId="{F416FC41-582E-400C-A303-964683B97D66}" destId="{13086F90-F477-4E56-81BA-56396C82D205}" srcOrd="1" destOrd="0" presId="urn:microsoft.com/office/officeart/2005/8/layout/hList1"/>
    <dgm:cxn modelId="{2B8C3DC4-C0EA-4F78-923B-66A88F514182}" type="presParOf" srcId="{AED5A30A-89E5-4A85-8650-28E53F56F9C6}" destId="{7F5FDB48-E442-469B-B037-E2D0803995BC}" srcOrd="1" destOrd="0" presId="urn:microsoft.com/office/officeart/2005/8/layout/hList1"/>
    <dgm:cxn modelId="{7C2CD3B1-A544-4305-AD60-43E476A7C94D}" type="presParOf" srcId="{AED5A30A-89E5-4A85-8650-28E53F56F9C6}" destId="{360EE3B2-5D29-4E33-AEA6-4502FC297BA7}" srcOrd="2" destOrd="0" presId="urn:microsoft.com/office/officeart/2005/8/layout/hList1"/>
    <dgm:cxn modelId="{2A88C753-9E05-416E-93EB-F3E6DE681793}" type="presParOf" srcId="{360EE3B2-5D29-4E33-AEA6-4502FC297BA7}" destId="{F4AA3954-1829-4177-8ADC-FD31E51AD8F0}" srcOrd="0" destOrd="0" presId="urn:microsoft.com/office/officeart/2005/8/layout/hList1"/>
    <dgm:cxn modelId="{20449A43-2BF6-4D0E-A169-7AC2F7A0BFE3}" type="presParOf" srcId="{360EE3B2-5D29-4E33-AEA6-4502FC297BA7}" destId="{DA676CA5-E51F-43CF-91A1-0517325AF592}" srcOrd="1" destOrd="0" presId="urn:microsoft.com/office/officeart/2005/8/layout/hList1"/>
    <dgm:cxn modelId="{B10154E6-CEE9-4D28-A89B-723293E15ADB}" type="presParOf" srcId="{AED5A30A-89E5-4A85-8650-28E53F56F9C6}" destId="{1C11C033-0AA4-45D5-B7A2-3EEBBF89B967}" srcOrd="3" destOrd="0" presId="urn:microsoft.com/office/officeart/2005/8/layout/hList1"/>
    <dgm:cxn modelId="{FA24F5FE-069D-4E52-B043-94387F941E28}" type="presParOf" srcId="{AED5A30A-89E5-4A85-8650-28E53F56F9C6}" destId="{F15F7373-429B-4C30-8340-0CBF37581F05}" srcOrd="4" destOrd="0" presId="urn:microsoft.com/office/officeart/2005/8/layout/hList1"/>
    <dgm:cxn modelId="{9365E30C-667D-4628-9482-A6327393B1C7}" type="presParOf" srcId="{F15F7373-429B-4C30-8340-0CBF37581F05}" destId="{0B7EFF3F-735D-4C82-8A1F-F8BA87E1E6D0}" srcOrd="0" destOrd="0" presId="urn:microsoft.com/office/officeart/2005/8/layout/hList1"/>
    <dgm:cxn modelId="{FF1DB338-9C67-48E7-830E-1543F9F6FEA5}" type="presParOf" srcId="{F15F7373-429B-4C30-8340-0CBF37581F05}" destId="{89C94196-839D-4634-BB51-321EF788880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A1A2AE-E462-45AF-AEEF-79B0837176B3}" type="doc">
      <dgm:prSet loTypeId="urn:microsoft.com/office/officeart/2005/8/layout/hList1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IN"/>
        </a:p>
      </dgm:t>
    </dgm:pt>
    <dgm:pt modelId="{629C7BC3-4456-4758-8572-A2D28AFB8690}">
      <dgm:prSet phldrT="[Text]" phldr="0"/>
      <dgm:spPr/>
      <dgm:t>
        <a:bodyPr/>
        <a:lstStyle/>
        <a:p>
          <a:r>
            <a:rPr lang="en-US" dirty="0"/>
            <a:t>Details Needed</a:t>
          </a:r>
          <a:endParaRPr lang="en-IN" dirty="0"/>
        </a:p>
      </dgm:t>
    </dgm:pt>
    <dgm:pt modelId="{4CCF9841-3E39-4353-9C20-4EB6A4BE3896}" type="parTrans" cxnId="{BB82F3F7-2342-48B5-8550-04DC45013C8A}">
      <dgm:prSet/>
      <dgm:spPr/>
      <dgm:t>
        <a:bodyPr/>
        <a:lstStyle/>
        <a:p>
          <a:endParaRPr lang="en-IN"/>
        </a:p>
      </dgm:t>
    </dgm:pt>
    <dgm:pt modelId="{6BF549E2-D8C7-4213-A25C-F74BBB99AA64}" type="sibTrans" cxnId="{BB82F3F7-2342-48B5-8550-04DC45013C8A}">
      <dgm:prSet/>
      <dgm:spPr/>
      <dgm:t>
        <a:bodyPr/>
        <a:lstStyle/>
        <a:p>
          <a:endParaRPr lang="en-IN"/>
        </a:p>
      </dgm:t>
    </dgm:pt>
    <dgm:pt modelId="{C4B9207F-27A3-4B0F-A25A-F9F5E552D333}">
      <dgm:prSet phldrT="[Text]" phldr="0"/>
      <dgm:spPr/>
      <dgm:t>
        <a:bodyPr/>
        <a:lstStyle/>
        <a:p>
          <a:endParaRPr lang="en-IN" dirty="0"/>
        </a:p>
      </dgm:t>
    </dgm:pt>
    <dgm:pt modelId="{E932FB87-2C91-4EB6-8B2E-4C36F1D06D1E}" type="parTrans" cxnId="{C321462E-C9DF-4390-B909-ADD2DBED570D}">
      <dgm:prSet/>
      <dgm:spPr/>
      <dgm:t>
        <a:bodyPr/>
        <a:lstStyle/>
        <a:p>
          <a:endParaRPr lang="en-IN"/>
        </a:p>
      </dgm:t>
    </dgm:pt>
    <dgm:pt modelId="{C2A51D54-9560-4840-ABF2-92B41E1C6B90}" type="sibTrans" cxnId="{C321462E-C9DF-4390-B909-ADD2DBED570D}">
      <dgm:prSet/>
      <dgm:spPr/>
      <dgm:t>
        <a:bodyPr/>
        <a:lstStyle/>
        <a:p>
          <a:endParaRPr lang="en-IN"/>
        </a:p>
      </dgm:t>
    </dgm:pt>
    <dgm:pt modelId="{A0F73345-1375-4153-854B-8EAC96C7DE0A}">
      <dgm:prSet phldrT="[Text]" phldr="0"/>
      <dgm:spPr/>
      <dgm:t>
        <a:bodyPr/>
        <a:lstStyle/>
        <a:p>
          <a:r>
            <a:rPr lang="en-US" dirty="0"/>
            <a:t>Terminal</a:t>
          </a:r>
          <a:endParaRPr lang="en-IN" dirty="0"/>
        </a:p>
      </dgm:t>
    </dgm:pt>
    <dgm:pt modelId="{755C2B66-D85F-4770-9FF8-8F0850DBB4E0}" type="parTrans" cxnId="{8F34915B-83A9-4AB6-8B11-4780664F3E5E}">
      <dgm:prSet/>
      <dgm:spPr/>
      <dgm:t>
        <a:bodyPr/>
        <a:lstStyle/>
        <a:p>
          <a:endParaRPr lang="en-IN"/>
        </a:p>
      </dgm:t>
    </dgm:pt>
    <dgm:pt modelId="{963D3B6B-334C-4052-8BD3-9FDF94216231}" type="sibTrans" cxnId="{8F34915B-83A9-4AB6-8B11-4780664F3E5E}">
      <dgm:prSet/>
      <dgm:spPr/>
      <dgm:t>
        <a:bodyPr/>
        <a:lstStyle/>
        <a:p>
          <a:endParaRPr lang="en-IN"/>
        </a:p>
      </dgm:t>
    </dgm:pt>
    <dgm:pt modelId="{C2B4172D-D032-4310-8E32-94718B8CA516}">
      <dgm:prSet phldrT="[Text]" phldr="0"/>
      <dgm:spPr/>
      <dgm:t>
        <a:bodyPr/>
        <a:lstStyle/>
        <a:p>
          <a:r>
            <a:rPr lang="en-US" dirty="0"/>
            <a:t>Free time details</a:t>
          </a:r>
          <a:endParaRPr lang="en-IN" dirty="0"/>
        </a:p>
      </dgm:t>
    </dgm:pt>
    <dgm:pt modelId="{9240A276-8E8F-4FE1-A9AB-8648168DD468}" type="parTrans" cxnId="{973310FB-AABF-4E4A-BCEA-6D9F7CB2F9F5}">
      <dgm:prSet/>
      <dgm:spPr/>
      <dgm:t>
        <a:bodyPr/>
        <a:lstStyle/>
        <a:p>
          <a:endParaRPr lang="en-IN"/>
        </a:p>
      </dgm:t>
    </dgm:pt>
    <dgm:pt modelId="{B2A9407E-353D-4FD1-B1E1-6855894470D5}" type="sibTrans" cxnId="{973310FB-AABF-4E4A-BCEA-6D9F7CB2F9F5}">
      <dgm:prSet/>
      <dgm:spPr/>
      <dgm:t>
        <a:bodyPr/>
        <a:lstStyle/>
        <a:p>
          <a:endParaRPr lang="en-IN"/>
        </a:p>
      </dgm:t>
    </dgm:pt>
    <dgm:pt modelId="{66BF29E8-CDFD-4A7C-94B0-9ABCA02FBC46}">
      <dgm:prSet phldrT="[Text]" phldr="0"/>
      <dgm:spPr/>
      <dgm:t>
        <a:bodyPr/>
        <a:lstStyle/>
        <a:p>
          <a:r>
            <a:rPr lang="en-US" dirty="0"/>
            <a:t>1</a:t>
          </a:r>
          <a:r>
            <a:rPr lang="en-US" baseline="30000" dirty="0"/>
            <a:t>st</a:t>
          </a:r>
          <a:r>
            <a:rPr lang="en-US" dirty="0"/>
            <a:t> Period</a:t>
          </a:r>
          <a:endParaRPr lang="en-IN" dirty="0"/>
        </a:p>
      </dgm:t>
    </dgm:pt>
    <dgm:pt modelId="{DF10F594-E259-4587-AFFD-28C9EC169348}" type="parTrans" cxnId="{C7E57AFA-507D-439C-B309-C0D8574BB228}">
      <dgm:prSet/>
      <dgm:spPr/>
      <dgm:t>
        <a:bodyPr/>
        <a:lstStyle/>
        <a:p>
          <a:endParaRPr lang="en-IN"/>
        </a:p>
      </dgm:t>
    </dgm:pt>
    <dgm:pt modelId="{FF00F95F-62AD-4D64-85E6-98E0704CC77A}" type="sibTrans" cxnId="{C7E57AFA-507D-439C-B309-C0D8574BB228}">
      <dgm:prSet/>
      <dgm:spPr/>
      <dgm:t>
        <a:bodyPr/>
        <a:lstStyle/>
        <a:p>
          <a:endParaRPr lang="en-IN"/>
        </a:p>
      </dgm:t>
    </dgm:pt>
    <dgm:pt modelId="{9E721E9C-981B-48F9-BED7-59CA9C5333F9}">
      <dgm:prSet phldrT="[Text]" phldr="0"/>
      <dgm:spPr/>
      <dgm:t>
        <a:bodyPr/>
        <a:lstStyle/>
        <a:p>
          <a:r>
            <a:rPr lang="en-US" dirty="0"/>
            <a:t>2</a:t>
          </a:r>
          <a:r>
            <a:rPr lang="en-US" baseline="30000" dirty="0"/>
            <a:t>nd</a:t>
          </a:r>
          <a:r>
            <a:rPr lang="en-US" dirty="0"/>
            <a:t> Period</a:t>
          </a:r>
          <a:endParaRPr lang="en-IN" dirty="0"/>
        </a:p>
      </dgm:t>
    </dgm:pt>
    <dgm:pt modelId="{B2801BBA-6CDE-4633-A722-71759D7314CC}" type="parTrans" cxnId="{5E426578-A6F0-4D48-89F8-CEBBA272677E}">
      <dgm:prSet/>
      <dgm:spPr/>
      <dgm:t>
        <a:bodyPr/>
        <a:lstStyle/>
        <a:p>
          <a:endParaRPr lang="en-IN"/>
        </a:p>
      </dgm:t>
    </dgm:pt>
    <dgm:pt modelId="{AF3ACF38-FE73-4E13-8232-F1A4AFB9812E}" type="sibTrans" cxnId="{5E426578-A6F0-4D48-89F8-CEBBA272677E}">
      <dgm:prSet/>
      <dgm:spPr/>
      <dgm:t>
        <a:bodyPr/>
        <a:lstStyle/>
        <a:p>
          <a:endParaRPr lang="en-IN"/>
        </a:p>
      </dgm:t>
    </dgm:pt>
    <dgm:pt modelId="{1AE2FB1F-B93C-4726-A709-BE740CF747A6}">
      <dgm:prSet phldrT="[Text]" phldr="0"/>
      <dgm:spPr/>
      <dgm:t>
        <a:bodyPr/>
        <a:lstStyle/>
        <a:p>
          <a:r>
            <a:rPr lang="en-US" dirty="0"/>
            <a:t>Port </a:t>
          </a:r>
          <a:endParaRPr lang="en-IN" dirty="0"/>
        </a:p>
      </dgm:t>
    </dgm:pt>
    <dgm:pt modelId="{8EAC7E03-DFBD-4CB0-BDA3-58FDB924AF5B}" type="parTrans" cxnId="{E2CFFA77-6C84-401B-9D4C-E45B60872739}">
      <dgm:prSet/>
      <dgm:spPr/>
      <dgm:t>
        <a:bodyPr/>
        <a:lstStyle/>
        <a:p>
          <a:endParaRPr lang="en-IN"/>
        </a:p>
      </dgm:t>
    </dgm:pt>
    <dgm:pt modelId="{B8152D3F-3355-4E30-BA17-1B1833236E1A}" type="sibTrans" cxnId="{E2CFFA77-6C84-401B-9D4C-E45B60872739}">
      <dgm:prSet/>
      <dgm:spPr/>
      <dgm:t>
        <a:bodyPr/>
        <a:lstStyle/>
        <a:p>
          <a:endParaRPr lang="en-IN"/>
        </a:p>
      </dgm:t>
    </dgm:pt>
    <dgm:pt modelId="{3AF0066F-AE7F-4229-9447-886EA2324C77}">
      <dgm:prSet phldrT="[Text]" phldr="0"/>
      <dgm:spPr/>
      <dgm:t>
        <a:bodyPr/>
        <a:lstStyle/>
        <a:p>
          <a:r>
            <a:rPr lang="en-US" sz="2000" dirty="0"/>
            <a:t>Equipment type</a:t>
          </a:r>
          <a:endParaRPr lang="en-IN" sz="2000" dirty="0"/>
        </a:p>
      </dgm:t>
    </dgm:pt>
    <dgm:pt modelId="{9521B3A4-BC4A-456C-AC48-811BDD7F4154}" type="parTrans" cxnId="{48BFC25B-E8D8-4CB9-8883-7BC9EDF439FF}">
      <dgm:prSet/>
      <dgm:spPr/>
      <dgm:t>
        <a:bodyPr/>
        <a:lstStyle/>
        <a:p>
          <a:endParaRPr lang="en-IN"/>
        </a:p>
      </dgm:t>
    </dgm:pt>
    <dgm:pt modelId="{2CA94193-17B4-4C57-843D-FC08466B7B05}" type="sibTrans" cxnId="{48BFC25B-E8D8-4CB9-8883-7BC9EDF439FF}">
      <dgm:prSet/>
      <dgm:spPr/>
      <dgm:t>
        <a:bodyPr/>
        <a:lstStyle/>
        <a:p>
          <a:endParaRPr lang="en-IN"/>
        </a:p>
      </dgm:t>
    </dgm:pt>
    <dgm:pt modelId="{F2504E19-0588-451C-9211-5509E077D4CF}">
      <dgm:prSet phldrT="[Text]" phldr="0"/>
      <dgm:spPr/>
      <dgm:t>
        <a:bodyPr/>
        <a:lstStyle/>
        <a:p>
          <a:r>
            <a:rPr lang="en-US" sz="2000" dirty="0"/>
            <a:t>Rate per day </a:t>
          </a:r>
          <a:endParaRPr lang="en-IN" sz="2000" dirty="0"/>
        </a:p>
      </dgm:t>
    </dgm:pt>
    <dgm:pt modelId="{DE21D2D0-FBA5-4E48-AC13-9A33BDD3CBDD}" type="parTrans" cxnId="{B8D510FD-89B4-4DC2-A826-F5286273BFDD}">
      <dgm:prSet/>
      <dgm:spPr/>
      <dgm:t>
        <a:bodyPr/>
        <a:lstStyle/>
        <a:p>
          <a:endParaRPr lang="en-IN"/>
        </a:p>
      </dgm:t>
    </dgm:pt>
    <dgm:pt modelId="{41DE1D97-0AD0-4C33-BF3C-FE92A6AACD4E}" type="sibTrans" cxnId="{B8D510FD-89B4-4DC2-A826-F5286273BFDD}">
      <dgm:prSet/>
      <dgm:spPr/>
      <dgm:t>
        <a:bodyPr/>
        <a:lstStyle/>
        <a:p>
          <a:endParaRPr lang="en-IN"/>
        </a:p>
      </dgm:t>
    </dgm:pt>
    <dgm:pt modelId="{2FEF5C70-71F3-4C2B-9707-637ACF368BAE}">
      <dgm:prSet phldrT="[Text]" phldr="0"/>
      <dgm:spPr/>
      <dgm:t>
        <a:bodyPr/>
        <a:lstStyle/>
        <a:p>
          <a:r>
            <a:rPr lang="en-US" dirty="0"/>
            <a:t>Equipment Type</a:t>
          </a:r>
          <a:endParaRPr lang="en-IN" dirty="0"/>
        </a:p>
      </dgm:t>
    </dgm:pt>
    <dgm:pt modelId="{5A207306-EE5B-4E4B-B515-7B9F9EA2B216}" type="parTrans" cxnId="{2BB9D02D-6C17-4188-83F5-397026D316C6}">
      <dgm:prSet/>
      <dgm:spPr/>
      <dgm:t>
        <a:bodyPr/>
        <a:lstStyle/>
        <a:p>
          <a:endParaRPr lang="en-IN"/>
        </a:p>
      </dgm:t>
    </dgm:pt>
    <dgm:pt modelId="{CA565D31-AB02-4178-8509-C37403725F21}" type="sibTrans" cxnId="{2BB9D02D-6C17-4188-83F5-397026D316C6}">
      <dgm:prSet/>
      <dgm:spPr/>
      <dgm:t>
        <a:bodyPr/>
        <a:lstStyle/>
        <a:p>
          <a:endParaRPr lang="en-IN"/>
        </a:p>
      </dgm:t>
    </dgm:pt>
    <dgm:pt modelId="{A54AB87D-F8DD-4651-85C3-7DD4A9E8794A}">
      <dgm:prSet phldrT="[Text]" phldr="0"/>
      <dgm:spPr/>
      <dgm:t>
        <a:bodyPr/>
        <a:lstStyle/>
        <a:p>
          <a:r>
            <a:rPr lang="en-US" dirty="0"/>
            <a:t>Container Pickup date </a:t>
          </a:r>
          <a:endParaRPr lang="en-IN" dirty="0"/>
        </a:p>
      </dgm:t>
    </dgm:pt>
    <dgm:pt modelId="{2431DEFB-D9A0-4D89-BC8A-7A70AB6AB107}" type="parTrans" cxnId="{93F81FA2-FFEC-4979-8437-CC3AF8DABAED}">
      <dgm:prSet/>
      <dgm:spPr/>
      <dgm:t>
        <a:bodyPr/>
        <a:lstStyle/>
        <a:p>
          <a:endParaRPr lang="en-IN"/>
        </a:p>
      </dgm:t>
    </dgm:pt>
    <dgm:pt modelId="{07002081-24C3-4E0F-9212-B64EE49E8936}" type="sibTrans" cxnId="{93F81FA2-FFEC-4979-8437-CC3AF8DABAED}">
      <dgm:prSet/>
      <dgm:spPr/>
      <dgm:t>
        <a:bodyPr/>
        <a:lstStyle/>
        <a:p>
          <a:endParaRPr lang="en-IN"/>
        </a:p>
      </dgm:t>
    </dgm:pt>
    <dgm:pt modelId="{767761C9-7231-422B-A271-B7F261996900}">
      <dgm:prSet phldrT="[Text]" phldr="0"/>
      <dgm:spPr/>
      <dgm:t>
        <a:bodyPr/>
        <a:lstStyle/>
        <a:p>
          <a:r>
            <a:rPr lang="en-US" dirty="0"/>
            <a:t>Estimated departure date</a:t>
          </a:r>
          <a:br>
            <a:rPr lang="en-US" dirty="0"/>
          </a:br>
          <a:r>
            <a:rPr lang="en-US" dirty="0"/>
            <a:t>--------------------------</a:t>
          </a:r>
          <a:br>
            <a:rPr lang="en-US" dirty="0"/>
          </a:br>
          <a:r>
            <a:rPr lang="en-US" dirty="0"/>
            <a:t>Total Days </a:t>
          </a:r>
          <a:br>
            <a:rPr lang="en-US" dirty="0"/>
          </a:br>
          <a:endParaRPr lang="en-IN" dirty="0"/>
        </a:p>
      </dgm:t>
    </dgm:pt>
    <dgm:pt modelId="{E0E86DEA-E8A7-4EE4-B25D-DDD3AF877D0A}" type="parTrans" cxnId="{4F221CDC-D12C-49AE-BAC0-E76DA142CA41}">
      <dgm:prSet/>
      <dgm:spPr/>
      <dgm:t>
        <a:bodyPr/>
        <a:lstStyle/>
        <a:p>
          <a:endParaRPr lang="en-IN"/>
        </a:p>
      </dgm:t>
    </dgm:pt>
    <dgm:pt modelId="{FF487CF7-F011-4CEF-8C6C-D0B95578CAEE}" type="sibTrans" cxnId="{4F221CDC-D12C-49AE-BAC0-E76DA142CA41}">
      <dgm:prSet/>
      <dgm:spPr/>
      <dgm:t>
        <a:bodyPr/>
        <a:lstStyle/>
        <a:p>
          <a:endParaRPr lang="en-IN"/>
        </a:p>
      </dgm:t>
    </dgm:pt>
    <dgm:pt modelId="{F072B0B4-0A9E-4ABA-A9D8-58C55C45710F}">
      <dgm:prSet phldrT="[Text]" phldr="0"/>
      <dgm:spPr/>
      <dgm:t>
        <a:bodyPr/>
        <a:lstStyle/>
        <a:p>
          <a:endParaRPr lang="en-IN" dirty="0"/>
        </a:p>
      </dgm:t>
    </dgm:pt>
    <dgm:pt modelId="{CFFB4FCA-4D27-44B4-AE79-DB08BE958B5C}" type="parTrans" cxnId="{F9CAD934-8F62-4F26-86EF-CA37C17989E9}">
      <dgm:prSet/>
      <dgm:spPr/>
      <dgm:t>
        <a:bodyPr/>
        <a:lstStyle/>
        <a:p>
          <a:endParaRPr lang="en-IN"/>
        </a:p>
      </dgm:t>
    </dgm:pt>
    <dgm:pt modelId="{DCF46F20-96EB-45C5-893F-1C8BD05F09A7}" type="sibTrans" cxnId="{F9CAD934-8F62-4F26-86EF-CA37C17989E9}">
      <dgm:prSet/>
      <dgm:spPr/>
      <dgm:t>
        <a:bodyPr/>
        <a:lstStyle/>
        <a:p>
          <a:endParaRPr lang="en-IN"/>
        </a:p>
      </dgm:t>
    </dgm:pt>
    <dgm:pt modelId="{F517F687-47FE-4353-815A-E7105EB266D0}">
      <dgm:prSet phldrT="[Text]" phldr="0"/>
      <dgm:spPr/>
      <dgm:t>
        <a:bodyPr/>
        <a:lstStyle/>
        <a:p>
          <a:r>
            <a:rPr lang="en-US" dirty="0"/>
            <a:t>After periods expiry</a:t>
          </a:r>
          <a:endParaRPr lang="en-IN" dirty="0"/>
        </a:p>
      </dgm:t>
    </dgm:pt>
    <dgm:pt modelId="{84BFEF3F-D5BC-494E-AF1A-1C169D561447}" type="parTrans" cxnId="{4BB74296-4096-4738-9499-58DE33533521}">
      <dgm:prSet/>
      <dgm:spPr/>
      <dgm:t>
        <a:bodyPr/>
        <a:lstStyle/>
        <a:p>
          <a:endParaRPr lang="en-IN"/>
        </a:p>
      </dgm:t>
    </dgm:pt>
    <dgm:pt modelId="{7E57B39D-24AB-4D9E-BFE9-E700D5339FC1}" type="sibTrans" cxnId="{4BB74296-4096-4738-9499-58DE33533521}">
      <dgm:prSet/>
      <dgm:spPr/>
      <dgm:t>
        <a:bodyPr/>
        <a:lstStyle/>
        <a:p>
          <a:endParaRPr lang="en-IN"/>
        </a:p>
      </dgm:t>
    </dgm:pt>
    <dgm:pt modelId="{D817D909-9B94-4113-86DC-1E9DD2A0B900}">
      <dgm:prSet phldrT="[Text]" phldr="0"/>
      <dgm:spPr/>
      <dgm:t>
        <a:bodyPr/>
        <a:lstStyle/>
        <a:p>
          <a:endParaRPr lang="en-IN" dirty="0"/>
        </a:p>
      </dgm:t>
    </dgm:pt>
    <dgm:pt modelId="{9EAE90EF-B76B-4EE4-8B43-88CA62FB6B4C}" type="parTrans" cxnId="{5DE395E5-7DD0-4FC3-8A03-C39D024FDCCB}">
      <dgm:prSet/>
      <dgm:spPr/>
      <dgm:t>
        <a:bodyPr/>
        <a:lstStyle/>
        <a:p>
          <a:endParaRPr lang="en-IN"/>
        </a:p>
      </dgm:t>
    </dgm:pt>
    <dgm:pt modelId="{82FE1E95-0378-466F-8572-17C671E5354C}" type="sibTrans" cxnId="{5DE395E5-7DD0-4FC3-8A03-C39D024FDCCB}">
      <dgm:prSet/>
      <dgm:spPr/>
      <dgm:t>
        <a:bodyPr/>
        <a:lstStyle/>
        <a:p>
          <a:endParaRPr lang="en-IN"/>
        </a:p>
      </dgm:t>
    </dgm:pt>
    <dgm:pt modelId="{2852870B-76DA-405A-9D0B-52857039312A}">
      <dgm:prSet phldrT="[Text]" phldr="0"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</a:rPr>
            <a:t>Slab Charge Calculation</a:t>
          </a:r>
          <a:endParaRPr lang="en-IN" sz="2000" dirty="0">
            <a:solidFill>
              <a:schemeClr val="bg1"/>
            </a:solidFill>
          </a:endParaRPr>
        </a:p>
      </dgm:t>
    </dgm:pt>
    <dgm:pt modelId="{39FD06B3-97D7-45B0-B666-69FA1B3D3BED}" type="parTrans" cxnId="{4A9C8A83-20B5-43C3-A685-34EEB57AF911}">
      <dgm:prSet/>
      <dgm:spPr/>
      <dgm:t>
        <a:bodyPr/>
        <a:lstStyle/>
        <a:p>
          <a:endParaRPr lang="en-IN"/>
        </a:p>
      </dgm:t>
    </dgm:pt>
    <dgm:pt modelId="{E3D5569A-3FFA-46EE-87BA-6822AC1E5C9F}" type="sibTrans" cxnId="{4A9C8A83-20B5-43C3-A685-34EEB57AF911}">
      <dgm:prSet/>
      <dgm:spPr/>
      <dgm:t>
        <a:bodyPr/>
        <a:lstStyle/>
        <a:p>
          <a:endParaRPr lang="en-IN"/>
        </a:p>
      </dgm:t>
    </dgm:pt>
    <dgm:pt modelId="{AED5A30A-89E5-4A85-8650-28E53F56F9C6}" type="pres">
      <dgm:prSet presAssocID="{83A1A2AE-E462-45AF-AEEF-79B0837176B3}" presName="Name0" presStyleCnt="0">
        <dgm:presLayoutVars>
          <dgm:dir/>
          <dgm:animLvl val="lvl"/>
          <dgm:resizeHandles val="exact"/>
        </dgm:presLayoutVars>
      </dgm:prSet>
      <dgm:spPr/>
    </dgm:pt>
    <dgm:pt modelId="{F416FC41-582E-400C-A303-964683B97D66}" type="pres">
      <dgm:prSet presAssocID="{629C7BC3-4456-4758-8572-A2D28AFB8690}" presName="composite" presStyleCnt="0"/>
      <dgm:spPr/>
    </dgm:pt>
    <dgm:pt modelId="{068FA11D-B9E7-41EE-AE66-C7800E7DF764}" type="pres">
      <dgm:prSet presAssocID="{629C7BC3-4456-4758-8572-A2D28AFB869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3086F90-F477-4E56-81BA-56396C82D205}" type="pres">
      <dgm:prSet presAssocID="{629C7BC3-4456-4758-8572-A2D28AFB8690}" presName="desTx" presStyleLbl="alignAccFollowNode1" presStyleIdx="0" presStyleCnt="3">
        <dgm:presLayoutVars>
          <dgm:bulletEnabled val="1"/>
        </dgm:presLayoutVars>
      </dgm:prSet>
      <dgm:spPr/>
    </dgm:pt>
    <dgm:pt modelId="{7F5FDB48-E442-469B-B037-E2D0803995BC}" type="pres">
      <dgm:prSet presAssocID="{6BF549E2-D8C7-4213-A25C-F74BBB99AA64}" presName="space" presStyleCnt="0"/>
      <dgm:spPr/>
    </dgm:pt>
    <dgm:pt modelId="{360EE3B2-5D29-4E33-AEA6-4502FC297BA7}" type="pres">
      <dgm:prSet presAssocID="{C2B4172D-D032-4310-8E32-94718B8CA516}" presName="composite" presStyleCnt="0"/>
      <dgm:spPr/>
    </dgm:pt>
    <dgm:pt modelId="{F4AA3954-1829-4177-8ADC-FD31E51AD8F0}" type="pres">
      <dgm:prSet presAssocID="{C2B4172D-D032-4310-8E32-94718B8CA51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A676CA5-E51F-43CF-91A1-0517325AF592}" type="pres">
      <dgm:prSet presAssocID="{C2B4172D-D032-4310-8E32-94718B8CA516}" presName="desTx" presStyleLbl="alignAccFollowNode1" presStyleIdx="1" presStyleCnt="3">
        <dgm:presLayoutVars>
          <dgm:bulletEnabled val="1"/>
        </dgm:presLayoutVars>
      </dgm:prSet>
      <dgm:spPr/>
    </dgm:pt>
    <dgm:pt modelId="{1C11C033-0AA4-45D5-B7A2-3EEBBF89B967}" type="pres">
      <dgm:prSet presAssocID="{B2A9407E-353D-4FD1-B1E1-6855894470D5}" presName="space" presStyleCnt="0"/>
      <dgm:spPr/>
    </dgm:pt>
    <dgm:pt modelId="{F15F7373-429B-4C30-8340-0CBF37581F05}" type="pres">
      <dgm:prSet presAssocID="{1AE2FB1F-B93C-4726-A709-BE740CF747A6}" presName="composite" presStyleCnt="0"/>
      <dgm:spPr/>
    </dgm:pt>
    <dgm:pt modelId="{0B7EFF3F-735D-4C82-8A1F-F8BA87E1E6D0}" type="pres">
      <dgm:prSet presAssocID="{1AE2FB1F-B93C-4726-A709-BE740CF747A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9C94196-839D-4634-BB51-321EF7888801}" type="pres">
      <dgm:prSet presAssocID="{1AE2FB1F-B93C-4726-A709-BE740CF747A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06C1004-843E-484F-B21A-0EA215E4FC5D}" type="presOf" srcId="{629C7BC3-4456-4758-8572-A2D28AFB8690}" destId="{068FA11D-B9E7-41EE-AE66-C7800E7DF764}" srcOrd="0" destOrd="0" presId="urn:microsoft.com/office/officeart/2005/8/layout/hList1"/>
    <dgm:cxn modelId="{C7DE6610-3F25-4E12-B1D3-63A2953D5C2D}" type="presOf" srcId="{83A1A2AE-E462-45AF-AEEF-79B0837176B3}" destId="{AED5A30A-89E5-4A85-8650-28E53F56F9C6}" srcOrd="0" destOrd="0" presId="urn:microsoft.com/office/officeart/2005/8/layout/hList1"/>
    <dgm:cxn modelId="{52B83C1E-D046-4249-B296-6845C57346C2}" type="presOf" srcId="{C2B4172D-D032-4310-8E32-94718B8CA516}" destId="{F4AA3954-1829-4177-8ADC-FD31E51AD8F0}" srcOrd="0" destOrd="0" presId="urn:microsoft.com/office/officeart/2005/8/layout/hList1"/>
    <dgm:cxn modelId="{1E7D161F-99D3-4171-ABE6-96F52971D041}" type="presOf" srcId="{A54AB87D-F8DD-4651-85C3-7DD4A9E8794A}" destId="{13086F90-F477-4E56-81BA-56396C82D205}" srcOrd="0" destOrd="3" presId="urn:microsoft.com/office/officeart/2005/8/layout/hList1"/>
    <dgm:cxn modelId="{2BB9D02D-6C17-4188-83F5-397026D316C6}" srcId="{629C7BC3-4456-4758-8572-A2D28AFB8690}" destId="{2FEF5C70-71F3-4C2B-9707-637ACF368BAE}" srcOrd="2" destOrd="0" parTransId="{5A207306-EE5B-4E4B-B515-7B9F9EA2B216}" sibTransId="{CA565D31-AB02-4178-8509-C37403725F21}"/>
    <dgm:cxn modelId="{C321462E-C9DF-4390-B909-ADD2DBED570D}" srcId="{629C7BC3-4456-4758-8572-A2D28AFB8690}" destId="{C4B9207F-27A3-4B0F-A25A-F9F5E552D333}" srcOrd="0" destOrd="0" parTransId="{E932FB87-2C91-4EB6-8B2E-4C36F1D06D1E}" sibTransId="{C2A51D54-9560-4840-ABF2-92B41E1C6B90}"/>
    <dgm:cxn modelId="{2402942E-02DC-48A8-AE1E-7652CBF4B1F8}" type="presOf" srcId="{2852870B-76DA-405A-9D0B-52857039312A}" destId="{89C94196-839D-4634-BB51-321EF7888801}" srcOrd="0" destOrd="2" presId="urn:microsoft.com/office/officeart/2005/8/layout/hList1"/>
    <dgm:cxn modelId="{E09E3B30-39E6-4E90-81C3-0A7CE13CF3E9}" type="presOf" srcId="{66BF29E8-CDFD-4A7C-94B0-9ABCA02FBC46}" destId="{DA676CA5-E51F-43CF-91A1-0517325AF592}" srcOrd="0" destOrd="0" presId="urn:microsoft.com/office/officeart/2005/8/layout/hList1"/>
    <dgm:cxn modelId="{F9CAD934-8F62-4F26-86EF-CA37C17989E9}" srcId="{629C7BC3-4456-4758-8572-A2D28AFB8690}" destId="{F072B0B4-0A9E-4ABA-A9D8-58C55C45710F}" srcOrd="5" destOrd="0" parTransId="{CFFB4FCA-4D27-44B4-AE79-DB08BE958B5C}" sibTransId="{DCF46F20-96EB-45C5-893F-1C8BD05F09A7}"/>
    <dgm:cxn modelId="{89650E5B-D39C-4D66-BC6D-29174A9CFFE6}" type="presOf" srcId="{D817D909-9B94-4113-86DC-1E9DD2A0B900}" destId="{DA676CA5-E51F-43CF-91A1-0517325AF592}" srcOrd="0" destOrd="3" presId="urn:microsoft.com/office/officeart/2005/8/layout/hList1"/>
    <dgm:cxn modelId="{8F34915B-83A9-4AB6-8B11-4780664F3E5E}" srcId="{629C7BC3-4456-4758-8572-A2D28AFB8690}" destId="{A0F73345-1375-4153-854B-8EAC96C7DE0A}" srcOrd="1" destOrd="0" parTransId="{755C2B66-D85F-4770-9FF8-8F0850DBB4E0}" sibTransId="{963D3B6B-334C-4052-8BD3-9FDF94216231}"/>
    <dgm:cxn modelId="{48BFC25B-E8D8-4CB9-8883-7BC9EDF439FF}" srcId="{1AE2FB1F-B93C-4726-A709-BE740CF747A6}" destId="{3AF0066F-AE7F-4229-9447-886EA2324C77}" srcOrd="0" destOrd="0" parTransId="{9521B3A4-BC4A-456C-AC48-811BDD7F4154}" sibTransId="{2CA94193-17B4-4C57-843D-FC08466B7B05}"/>
    <dgm:cxn modelId="{A104E663-325C-43CB-B719-6ADF13D14164}" type="presOf" srcId="{F2504E19-0588-451C-9211-5509E077D4CF}" destId="{89C94196-839D-4634-BB51-321EF7888801}" srcOrd="0" destOrd="1" presId="urn:microsoft.com/office/officeart/2005/8/layout/hList1"/>
    <dgm:cxn modelId="{0F38506B-4ED4-4C68-9293-8CF2F232E2CA}" type="presOf" srcId="{2FEF5C70-71F3-4C2B-9707-637ACF368BAE}" destId="{13086F90-F477-4E56-81BA-56396C82D205}" srcOrd="0" destOrd="2" presId="urn:microsoft.com/office/officeart/2005/8/layout/hList1"/>
    <dgm:cxn modelId="{FA8E434D-FB48-4982-BEC0-654D02B72687}" type="presOf" srcId="{767761C9-7231-422B-A271-B7F261996900}" destId="{13086F90-F477-4E56-81BA-56396C82D205}" srcOrd="0" destOrd="4" presId="urn:microsoft.com/office/officeart/2005/8/layout/hList1"/>
    <dgm:cxn modelId="{2E698352-2B76-4F2D-BFE7-B5DAAC0BB3C4}" type="presOf" srcId="{1AE2FB1F-B93C-4726-A709-BE740CF747A6}" destId="{0B7EFF3F-735D-4C82-8A1F-F8BA87E1E6D0}" srcOrd="0" destOrd="0" presId="urn:microsoft.com/office/officeart/2005/8/layout/hList1"/>
    <dgm:cxn modelId="{E2CFFA77-6C84-401B-9D4C-E45B60872739}" srcId="{83A1A2AE-E462-45AF-AEEF-79B0837176B3}" destId="{1AE2FB1F-B93C-4726-A709-BE740CF747A6}" srcOrd="2" destOrd="0" parTransId="{8EAC7E03-DFBD-4CB0-BDA3-58FDB924AF5B}" sibTransId="{B8152D3F-3355-4E30-BA17-1B1833236E1A}"/>
    <dgm:cxn modelId="{5E426578-A6F0-4D48-89F8-CEBBA272677E}" srcId="{C2B4172D-D032-4310-8E32-94718B8CA516}" destId="{9E721E9C-981B-48F9-BED7-59CA9C5333F9}" srcOrd="1" destOrd="0" parTransId="{B2801BBA-6CDE-4633-A722-71759D7314CC}" sibTransId="{AF3ACF38-FE73-4E13-8232-F1A4AFB9812E}"/>
    <dgm:cxn modelId="{5D8CB958-1478-47D3-981C-579703CB2748}" type="presOf" srcId="{A0F73345-1375-4153-854B-8EAC96C7DE0A}" destId="{13086F90-F477-4E56-81BA-56396C82D205}" srcOrd="0" destOrd="1" presId="urn:microsoft.com/office/officeart/2005/8/layout/hList1"/>
    <dgm:cxn modelId="{4A9C8A83-20B5-43C3-A685-34EEB57AF911}" srcId="{1AE2FB1F-B93C-4726-A709-BE740CF747A6}" destId="{2852870B-76DA-405A-9D0B-52857039312A}" srcOrd="2" destOrd="0" parTransId="{39FD06B3-97D7-45B0-B666-69FA1B3D3BED}" sibTransId="{E3D5569A-3FFA-46EE-87BA-6822AC1E5C9F}"/>
    <dgm:cxn modelId="{4BB74296-4096-4738-9499-58DE33533521}" srcId="{C2B4172D-D032-4310-8E32-94718B8CA516}" destId="{F517F687-47FE-4353-815A-E7105EB266D0}" srcOrd="2" destOrd="0" parTransId="{84BFEF3F-D5BC-494E-AF1A-1C169D561447}" sibTransId="{7E57B39D-24AB-4D9E-BFE9-E700D5339FC1}"/>
    <dgm:cxn modelId="{93F81FA2-FFEC-4979-8437-CC3AF8DABAED}" srcId="{629C7BC3-4456-4758-8572-A2D28AFB8690}" destId="{A54AB87D-F8DD-4651-85C3-7DD4A9E8794A}" srcOrd="3" destOrd="0" parTransId="{2431DEFB-D9A0-4D89-BC8A-7A70AB6AB107}" sibTransId="{07002081-24C3-4E0F-9212-B64EE49E8936}"/>
    <dgm:cxn modelId="{B0D9A9B6-369E-4604-81AE-CB930060EE23}" type="presOf" srcId="{3AF0066F-AE7F-4229-9447-886EA2324C77}" destId="{89C94196-839D-4634-BB51-321EF7888801}" srcOrd="0" destOrd="0" presId="urn:microsoft.com/office/officeart/2005/8/layout/hList1"/>
    <dgm:cxn modelId="{B834ABD1-6332-45E4-A402-A8450D3AAF7C}" type="presOf" srcId="{F517F687-47FE-4353-815A-E7105EB266D0}" destId="{DA676CA5-E51F-43CF-91A1-0517325AF592}" srcOrd="0" destOrd="2" presId="urn:microsoft.com/office/officeart/2005/8/layout/hList1"/>
    <dgm:cxn modelId="{6ACD7EDA-D5C6-4938-9A99-2DB5FE9FF650}" type="presOf" srcId="{F072B0B4-0A9E-4ABA-A9D8-58C55C45710F}" destId="{13086F90-F477-4E56-81BA-56396C82D205}" srcOrd="0" destOrd="5" presId="urn:microsoft.com/office/officeart/2005/8/layout/hList1"/>
    <dgm:cxn modelId="{4F221CDC-D12C-49AE-BAC0-E76DA142CA41}" srcId="{629C7BC3-4456-4758-8572-A2D28AFB8690}" destId="{767761C9-7231-422B-A271-B7F261996900}" srcOrd="4" destOrd="0" parTransId="{E0E86DEA-E8A7-4EE4-B25D-DDD3AF877D0A}" sibTransId="{FF487CF7-F011-4CEF-8C6C-D0B95578CAEE}"/>
    <dgm:cxn modelId="{5DE395E5-7DD0-4FC3-8A03-C39D024FDCCB}" srcId="{C2B4172D-D032-4310-8E32-94718B8CA516}" destId="{D817D909-9B94-4113-86DC-1E9DD2A0B900}" srcOrd="3" destOrd="0" parTransId="{9EAE90EF-B76B-4EE4-8B43-88CA62FB6B4C}" sibTransId="{82FE1E95-0378-466F-8572-17C671E5354C}"/>
    <dgm:cxn modelId="{972C46E7-87B2-49D2-9C02-C3E033362091}" type="presOf" srcId="{C4B9207F-27A3-4B0F-A25A-F9F5E552D333}" destId="{13086F90-F477-4E56-81BA-56396C82D205}" srcOrd="0" destOrd="0" presId="urn:microsoft.com/office/officeart/2005/8/layout/hList1"/>
    <dgm:cxn modelId="{BB82F3F7-2342-48B5-8550-04DC45013C8A}" srcId="{83A1A2AE-E462-45AF-AEEF-79B0837176B3}" destId="{629C7BC3-4456-4758-8572-A2D28AFB8690}" srcOrd="0" destOrd="0" parTransId="{4CCF9841-3E39-4353-9C20-4EB6A4BE3896}" sibTransId="{6BF549E2-D8C7-4213-A25C-F74BBB99AA64}"/>
    <dgm:cxn modelId="{CE2077FA-40ED-40BD-8324-DC95883673C6}" type="presOf" srcId="{9E721E9C-981B-48F9-BED7-59CA9C5333F9}" destId="{DA676CA5-E51F-43CF-91A1-0517325AF592}" srcOrd="0" destOrd="1" presId="urn:microsoft.com/office/officeart/2005/8/layout/hList1"/>
    <dgm:cxn modelId="{C7E57AFA-507D-439C-B309-C0D8574BB228}" srcId="{C2B4172D-D032-4310-8E32-94718B8CA516}" destId="{66BF29E8-CDFD-4A7C-94B0-9ABCA02FBC46}" srcOrd="0" destOrd="0" parTransId="{DF10F594-E259-4587-AFFD-28C9EC169348}" sibTransId="{FF00F95F-62AD-4D64-85E6-98E0704CC77A}"/>
    <dgm:cxn modelId="{973310FB-AABF-4E4A-BCEA-6D9F7CB2F9F5}" srcId="{83A1A2AE-E462-45AF-AEEF-79B0837176B3}" destId="{C2B4172D-D032-4310-8E32-94718B8CA516}" srcOrd="1" destOrd="0" parTransId="{9240A276-8E8F-4FE1-A9AB-8648168DD468}" sibTransId="{B2A9407E-353D-4FD1-B1E1-6855894470D5}"/>
    <dgm:cxn modelId="{B8D510FD-89B4-4DC2-A826-F5286273BFDD}" srcId="{1AE2FB1F-B93C-4726-A709-BE740CF747A6}" destId="{F2504E19-0588-451C-9211-5509E077D4CF}" srcOrd="1" destOrd="0" parTransId="{DE21D2D0-FBA5-4E48-AC13-9A33BDD3CBDD}" sibTransId="{41DE1D97-0AD0-4C33-BF3C-FE92A6AACD4E}"/>
    <dgm:cxn modelId="{05E0BE4D-5F19-4227-B4FC-8384C6D93904}" type="presParOf" srcId="{AED5A30A-89E5-4A85-8650-28E53F56F9C6}" destId="{F416FC41-582E-400C-A303-964683B97D66}" srcOrd="0" destOrd="0" presId="urn:microsoft.com/office/officeart/2005/8/layout/hList1"/>
    <dgm:cxn modelId="{0F9626E2-C324-46E7-B9E2-D3D34674C066}" type="presParOf" srcId="{F416FC41-582E-400C-A303-964683B97D66}" destId="{068FA11D-B9E7-41EE-AE66-C7800E7DF764}" srcOrd="0" destOrd="0" presId="urn:microsoft.com/office/officeart/2005/8/layout/hList1"/>
    <dgm:cxn modelId="{E6296101-0D73-4640-A350-6FABFACBD8E4}" type="presParOf" srcId="{F416FC41-582E-400C-A303-964683B97D66}" destId="{13086F90-F477-4E56-81BA-56396C82D205}" srcOrd="1" destOrd="0" presId="urn:microsoft.com/office/officeart/2005/8/layout/hList1"/>
    <dgm:cxn modelId="{2B8C3DC4-C0EA-4F78-923B-66A88F514182}" type="presParOf" srcId="{AED5A30A-89E5-4A85-8650-28E53F56F9C6}" destId="{7F5FDB48-E442-469B-B037-E2D0803995BC}" srcOrd="1" destOrd="0" presId="urn:microsoft.com/office/officeart/2005/8/layout/hList1"/>
    <dgm:cxn modelId="{7C2CD3B1-A544-4305-AD60-43E476A7C94D}" type="presParOf" srcId="{AED5A30A-89E5-4A85-8650-28E53F56F9C6}" destId="{360EE3B2-5D29-4E33-AEA6-4502FC297BA7}" srcOrd="2" destOrd="0" presId="urn:microsoft.com/office/officeart/2005/8/layout/hList1"/>
    <dgm:cxn modelId="{2A88C753-9E05-416E-93EB-F3E6DE681793}" type="presParOf" srcId="{360EE3B2-5D29-4E33-AEA6-4502FC297BA7}" destId="{F4AA3954-1829-4177-8ADC-FD31E51AD8F0}" srcOrd="0" destOrd="0" presId="urn:microsoft.com/office/officeart/2005/8/layout/hList1"/>
    <dgm:cxn modelId="{20449A43-2BF6-4D0E-A169-7AC2F7A0BFE3}" type="presParOf" srcId="{360EE3B2-5D29-4E33-AEA6-4502FC297BA7}" destId="{DA676CA5-E51F-43CF-91A1-0517325AF592}" srcOrd="1" destOrd="0" presId="urn:microsoft.com/office/officeart/2005/8/layout/hList1"/>
    <dgm:cxn modelId="{B10154E6-CEE9-4D28-A89B-723293E15ADB}" type="presParOf" srcId="{AED5A30A-89E5-4A85-8650-28E53F56F9C6}" destId="{1C11C033-0AA4-45D5-B7A2-3EEBBF89B967}" srcOrd="3" destOrd="0" presId="urn:microsoft.com/office/officeart/2005/8/layout/hList1"/>
    <dgm:cxn modelId="{FA24F5FE-069D-4E52-B043-94387F941E28}" type="presParOf" srcId="{AED5A30A-89E5-4A85-8650-28E53F56F9C6}" destId="{F15F7373-429B-4C30-8340-0CBF37581F05}" srcOrd="4" destOrd="0" presId="urn:microsoft.com/office/officeart/2005/8/layout/hList1"/>
    <dgm:cxn modelId="{9365E30C-667D-4628-9482-A6327393B1C7}" type="presParOf" srcId="{F15F7373-429B-4C30-8340-0CBF37581F05}" destId="{0B7EFF3F-735D-4C82-8A1F-F8BA87E1E6D0}" srcOrd="0" destOrd="0" presId="urn:microsoft.com/office/officeart/2005/8/layout/hList1"/>
    <dgm:cxn modelId="{FF1DB338-9C67-48E7-830E-1543F9F6FEA5}" type="presParOf" srcId="{F15F7373-429B-4C30-8340-0CBF37581F05}" destId="{89C94196-839D-4634-BB51-321EF788880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FA11D-B9E7-41EE-AE66-C7800E7DF764}">
      <dsp:nvSpPr>
        <dsp:cNvPr id="0" name=""/>
        <dsp:cNvSpPr/>
      </dsp:nvSpPr>
      <dsp:spPr>
        <a:xfrm>
          <a:off x="3095" y="62993"/>
          <a:ext cx="3018234" cy="547200"/>
        </a:xfrm>
        <a:prstGeom prst="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Details Needed</a:t>
          </a:r>
          <a:endParaRPr lang="en-IN" sz="1900" kern="1200" dirty="0"/>
        </a:p>
      </dsp:txBody>
      <dsp:txXfrm>
        <a:off x="3095" y="62993"/>
        <a:ext cx="3018234" cy="547200"/>
      </dsp:txXfrm>
    </dsp:sp>
    <dsp:sp modelId="{13086F90-F477-4E56-81BA-56396C82D205}">
      <dsp:nvSpPr>
        <dsp:cNvPr id="0" name=""/>
        <dsp:cNvSpPr/>
      </dsp:nvSpPr>
      <dsp:spPr>
        <a:xfrm>
          <a:off x="3095" y="610193"/>
          <a:ext cx="3018234" cy="2868524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Destination 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Terminal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Equipment Type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Container Pickup date 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Estimated departure date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Cut off date [Container of Shipper like MER]</a:t>
          </a:r>
          <a:br>
            <a:rPr lang="en-US" sz="1900" kern="1200" dirty="0"/>
          </a:br>
          <a:r>
            <a:rPr lang="en-US" sz="1900" kern="1200" dirty="0"/>
            <a:t>--------------------------</a:t>
          </a:r>
          <a:br>
            <a:rPr lang="en-US" sz="1900" kern="1200" dirty="0"/>
          </a:br>
          <a:r>
            <a:rPr lang="en-US" sz="1900" kern="1200" dirty="0"/>
            <a:t>Total Days 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900" kern="1200" dirty="0"/>
        </a:p>
      </dsp:txBody>
      <dsp:txXfrm>
        <a:off x="3095" y="610193"/>
        <a:ext cx="3018234" cy="2868524"/>
      </dsp:txXfrm>
    </dsp:sp>
    <dsp:sp modelId="{F4AA3954-1829-4177-8ADC-FD31E51AD8F0}">
      <dsp:nvSpPr>
        <dsp:cNvPr id="0" name=""/>
        <dsp:cNvSpPr/>
      </dsp:nvSpPr>
      <dsp:spPr>
        <a:xfrm>
          <a:off x="3443882" y="62993"/>
          <a:ext cx="3018234" cy="547200"/>
        </a:xfrm>
        <a:prstGeom prst="rect">
          <a:avLst/>
        </a:prstGeom>
        <a:solidFill>
          <a:schemeClr val="accent6">
            <a:shade val="50000"/>
            <a:hueOff val="-91459"/>
            <a:satOff val="6727"/>
            <a:lumOff val="24023"/>
            <a:alphaOff val="0"/>
          </a:schemeClr>
        </a:solidFill>
        <a:ln w="15875" cap="flat" cmpd="sng" algn="ctr">
          <a:solidFill>
            <a:schemeClr val="accent6">
              <a:shade val="50000"/>
              <a:hueOff val="-91459"/>
              <a:satOff val="6727"/>
              <a:lumOff val="240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Free time details</a:t>
          </a:r>
          <a:endParaRPr lang="en-IN" sz="1900" kern="1200" dirty="0"/>
        </a:p>
      </dsp:txBody>
      <dsp:txXfrm>
        <a:off x="3443882" y="62993"/>
        <a:ext cx="3018234" cy="547200"/>
      </dsp:txXfrm>
    </dsp:sp>
    <dsp:sp modelId="{DA676CA5-E51F-43CF-91A1-0517325AF592}">
      <dsp:nvSpPr>
        <dsp:cNvPr id="0" name=""/>
        <dsp:cNvSpPr/>
      </dsp:nvSpPr>
      <dsp:spPr>
        <a:xfrm>
          <a:off x="3443882" y="610193"/>
          <a:ext cx="3018234" cy="2868524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1</a:t>
          </a:r>
          <a:r>
            <a:rPr lang="en-US" sz="1900" kern="1200" baseline="30000" dirty="0"/>
            <a:t>st</a:t>
          </a:r>
          <a:r>
            <a:rPr lang="en-US" sz="1900" kern="1200" dirty="0"/>
            <a:t> Period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2</a:t>
          </a:r>
          <a:r>
            <a:rPr lang="en-US" sz="1900" kern="1200" baseline="30000" dirty="0"/>
            <a:t>nd</a:t>
          </a:r>
          <a:r>
            <a:rPr lang="en-US" sz="1900" kern="1200" dirty="0"/>
            <a:t> Period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After periods expiry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900" kern="1200" dirty="0"/>
        </a:p>
      </dsp:txBody>
      <dsp:txXfrm>
        <a:off x="3443882" y="610193"/>
        <a:ext cx="3018234" cy="2868524"/>
      </dsp:txXfrm>
    </dsp:sp>
    <dsp:sp modelId="{0B7EFF3F-735D-4C82-8A1F-F8BA87E1E6D0}">
      <dsp:nvSpPr>
        <dsp:cNvPr id="0" name=""/>
        <dsp:cNvSpPr/>
      </dsp:nvSpPr>
      <dsp:spPr>
        <a:xfrm>
          <a:off x="6884670" y="62993"/>
          <a:ext cx="3018234" cy="547200"/>
        </a:xfrm>
        <a:prstGeom prst="rect">
          <a:avLst/>
        </a:prstGeom>
        <a:solidFill>
          <a:schemeClr val="accent6">
            <a:shade val="50000"/>
            <a:hueOff val="-91459"/>
            <a:satOff val="6727"/>
            <a:lumOff val="24023"/>
            <a:alphaOff val="0"/>
          </a:schemeClr>
        </a:solidFill>
        <a:ln w="15875" cap="flat" cmpd="sng" algn="ctr">
          <a:solidFill>
            <a:schemeClr val="accent6">
              <a:shade val="50000"/>
              <a:hueOff val="-91459"/>
              <a:satOff val="6727"/>
              <a:lumOff val="240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Port </a:t>
          </a:r>
          <a:endParaRPr lang="en-IN" sz="1900" kern="1200" dirty="0"/>
        </a:p>
      </dsp:txBody>
      <dsp:txXfrm>
        <a:off x="6884670" y="62993"/>
        <a:ext cx="3018234" cy="547200"/>
      </dsp:txXfrm>
    </dsp:sp>
    <dsp:sp modelId="{89C94196-839D-4634-BB51-321EF7888801}">
      <dsp:nvSpPr>
        <dsp:cNvPr id="0" name=""/>
        <dsp:cNvSpPr/>
      </dsp:nvSpPr>
      <dsp:spPr>
        <a:xfrm>
          <a:off x="6884670" y="610193"/>
          <a:ext cx="3018234" cy="2868524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Equipment type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Rate per day 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rgbClr val="FF0000"/>
              </a:solidFill>
            </a:rPr>
            <a:t>Slab Charge Calculation</a:t>
          </a:r>
          <a:endParaRPr lang="en-IN" sz="2000" kern="1200" dirty="0">
            <a:solidFill>
              <a:srgbClr val="FF0000"/>
            </a:solidFill>
          </a:endParaRPr>
        </a:p>
      </dsp:txBody>
      <dsp:txXfrm>
        <a:off x="6884670" y="610193"/>
        <a:ext cx="3018234" cy="28685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FA11D-B9E7-41EE-AE66-C7800E7DF764}">
      <dsp:nvSpPr>
        <dsp:cNvPr id="0" name=""/>
        <dsp:cNvSpPr/>
      </dsp:nvSpPr>
      <dsp:spPr>
        <a:xfrm>
          <a:off x="3095" y="556"/>
          <a:ext cx="3018234" cy="576000"/>
        </a:xfrm>
        <a:prstGeom prst="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Details Needed</a:t>
          </a:r>
          <a:endParaRPr lang="en-IN" sz="2000" kern="1200" dirty="0"/>
        </a:p>
      </dsp:txBody>
      <dsp:txXfrm>
        <a:off x="3095" y="556"/>
        <a:ext cx="3018234" cy="576000"/>
      </dsp:txXfrm>
    </dsp:sp>
    <dsp:sp modelId="{13086F90-F477-4E56-81BA-56396C82D205}">
      <dsp:nvSpPr>
        <dsp:cNvPr id="0" name=""/>
        <dsp:cNvSpPr/>
      </dsp:nvSpPr>
      <dsp:spPr>
        <a:xfrm>
          <a:off x="3095" y="576556"/>
          <a:ext cx="3018234" cy="2964599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Terminal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Equipment Type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Container Pickup date 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Estimated departure date</a:t>
          </a:r>
          <a:br>
            <a:rPr lang="en-US" sz="2000" kern="1200" dirty="0"/>
          </a:br>
          <a:r>
            <a:rPr lang="en-US" sz="2000" kern="1200" dirty="0"/>
            <a:t>--------------------------</a:t>
          </a:r>
          <a:br>
            <a:rPr lang="en-US" sz="2000" kern="1200" dirty="0"/>
          </a:br>
          <a:r>
            <a:rPr lang="en-US" sz="2000" kern="1200" dirty="0"/>
            <a:t>Total Days </a:t>
          </a:r>
          <a:br>
            <a:rPr lang="en-US" sz="2000" kern="1200" dirty="0"/>
          </a:b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/>
        </a:p>
      </dsp:txBody>
      <dsp:txXfrm>
        <a:off x="3095" y="576556"/>
        <a:ext cx="3018234" cy="2964599"/>
      </dsp:txXfrm>
    </dsp:sp>
    <dsp:sp modelId="{F4AA3954-1829-4177-8ADC-FD31E51AD8F0}">
      <dsp:nvSpPr>
        <dsp:cNvPr id="0" name=""/>
        <dsp:cNvSpPr/>
      </dsp:nvSpPr>
      <dsp:spPr>
        <a:xfrm>
          <a:off x="3443882" y="556"/>
          <a:ext cx="3018234" cy="576000"/>
        </a:xfrm>
        <a:prstGeom prst="rect">
          <a:avLst/>
        </a:prstGeom>
        <a:solidFill>
          <a:schemeClr val="accent6">
            <a:shade val="50000"/>
            <a:hueOff val="-91459"/>
            <a:satOff val="6727"/>
            <a:lumOff val="24023"/>
            <a:alphaOff val="0"/>
          </a:schemeClr>
        </a:solidFill>
        <a:ln w="15875" cap="flat" cmpd="sng" algn="ctr">
          <a:solidFill>
            <a:schemeClr val="accent6">
              <a:shade val="50000"/>
              <a:hueOff val="-91459"/>
              <a:satOff val="6727"/>
              <a:lumOff val="240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Free time details</a:t>
          </a:r>
          <a:endParaRPr lang="en-IN" sz="2000" kern="1200" dirty="0"/>
        </a:p>
      </dsp:txBody>
      <dsp:txXfrm>
        <a:off x="3443882" y="556"/>
        <a:ext cx="3018234" cy="576000"/>
      </dsp:txXfrm>
    </dsp:sp>
    <dsp:sp modelId="{DA676CA5-E51F-43CF-91A1-0517325AF592}">
      <dsp:nvSpPr>
        <dsp:cNvPr id="0" name=""/>
        <dsp:cNvSpPr/>
      </dsp:nvSpPr>
      <dsp:spPr>
        <a:xfrm>
          <a:off x="3443882" y="576556"/>
          <a:ext cx="3018234" cy="2964599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1</a:t>
          </a:r>
          <a:r>
            <a:rPr lang="en-US" sz="2000" kern="1200" baseline="30000" dirty="0"/>
            <a:t>st</a:t>
          </a:r>
          <a:r>
            <a:rPr lang="en-US" sz="2000" kern="1200" dirty="0"/>
            <a:t> Period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2</a:t>
          </a:r>
          <a:r>
            <a:rPr lang="en-US" sz="2000" kern="1200" baseline="30000" dirty="0"/>
            <a:t>nd</a:t>
          </a:r>
          <a:r>
            <a:rPr lang="en-US" sz="2000" kern="1200" dirty="0"/>
            <a:t> Period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After periods expiry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kern="1200" dirty="0"/>
        </a:p>
      </dsp:txBody>
      <dsp:txXfrm>
        <a:off x="3443882" y="576556"/>
        <a:ext cx="3018234" cy="2964599"/>
      </dsp:txXfrm>
    </dsp:sp>
    <dsp:sp modelId="{0B7EFF3F-735D-4C82-8A1F-F8BA87E1E6D0}">
      <dsp:nvSpPr>
        <dsp:cNvPr id="0" name=""/>
        <dsp:cNvSpPr/>
      </dsp:nvSpPr>
      <dsp:spPr>
        <a:xfrm>
          <a:off x="6884670" y="556"/>
          <a:ext cx="3018234" cy="576000"/>
        </a:xfrm>
        <a:prstGeom prst="rect">
          <a:avLst/>
        </a:prstGeom>
        <a:solidFill>
          <a:schemeClr val="accent6">
            <a:shade val="50000"/>
            <a:hueOff val="-91459"/>
            <a:satOff val="6727"/>
            <a:lumOff val="24023"/>
            <a:alphaOff val="0"/>
          </a:schemeClr>
        </a:solidFill>
        <a:ln w="15875" cap="flat" cmpd="sng" algn="ctr">
          <a:solidFill>
            <a:schemeClr val="accent6">
              <a:shade val="50000"/>
              <a:hueOff val="-91459"/>
              <a:satOff val="6727"/>
              <a:lumOff val="240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Port </a:t>
          </a:r>
          <a:endParaRPr lang="en-IN" sz="2000" kern="1200" dirty="0"/>
        </a:p>
      </dsp:txBody>
      <dsp:txXfrm>
        <a:off x="6884670" y="556"/>
        <a:ext cx="3018234" cy="576000"/>
      </dsp:txXfrm>
    </dsp:sp>
    <dsp:sp modelId="{89C94196-839D-4634-BB51-321EF7888801}">
      <dsp:nvSpPr>
        <dsp:cNvPr id="0" name=""/>
        <dsp:cNvSpPr/>
      </dsp:nvSpPr>
      <dsp:spPr>
        <a:xfrm>
          <a:off x="6884670" y="576556"/>
          <a:ext cx="3018234" cy="2964599"/>
        </a:xfrm>
        <a:prstGeom prst="rect">
          <a:avLst/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Equipment type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Rate per day 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chemeClr val="bg1"/>
              </a:solidFill>
            </a:rPr>
            <a:t>Slab Charge Calculation</a:t>
          </a:r>
          <a:endParaRPr lang="en-IN" sz="2000" kern="1200" dirty="0">
            <a:solidFill>
              <a:schemeClr val="bg1"/>
            </a:solidFill>
          </a:endParaRPr>
        </a:p>
      </dsp:txBody>
      <dsp:txXfrm>
        <a:off x="6884670" y="576556"/>
        <a:ext cx="3018234" cy="29645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D88EA-E42F-48EC-8445-1791CCA6A35C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32725-8DFC-4CB9-BD70-4FB2434224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62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0413DF0-901E-4888-84B0-743DF6BDA48E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56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45317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FDBC-6887-4BEE-ADAE-BCFD02A8D1ED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20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75425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8868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27-A115-4107-9839-F3591BC105AF}" type="datetime1">
              <a:rPr lang="en-IN" smtClean="0"/>
              <a:t>29-08-2025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34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0F5C-F1BE-42D9-BA90-7CC7F46A1385}" type="datetime1">
              <a:rPr lang="en-IN" smtClean="0"/>
              <a:t>29-08-2025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0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98166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3EA77-0826-4A7E-8976-800EBA4D0805}" type="datetime1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53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82167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74773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2490919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49892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5146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094082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680981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49921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52474-9EE0-4B00-91CF-3C135C553B36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Copyright © 2024 CrimsonLogic Pte Ltd  - INNOVATION@CL2025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791DE-F492-49FE-B473-EBD7B84F7F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7518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monikar@crimsonlogic.com" TargetMode="External"/><Relationship Id="rId7" Type="http://schemas.openxmlformats.org/officeDocument/2006/relationships/image" Target="../media/image4.png"/><Relationship Id="rId2" Type="http://schemas.openxmlformats.org/officeDocument/2006/relationships/hyperlink" Target="mailto:bhanuprakashyk@crimsonlogic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mailto:payalvishwakarma@crimsonlogic.com" TargetMode="External"/><Relationship Id="rId4" Type="http://schemas.openxmlformats.org/officeDocument/2006/relationships/hyperlink" Target="mailto:ashokkorvi@crimsonlogic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9482-DA71-3475-92BA-FCC9FF5A3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428927"/>
            <a:ext cx="9905998" cy="1478570"/>
          </a:xfrm>
        </p:spPr>
        <p:txBody>
          <a:bodyPr>
            <a:noAutofit/>
          </a:bodyPr>
          <a:lstStyle/>
          <a:p>
            <a:pPr marL="342900" indent="-342900" algn="ctr">
              <a:spcBef>
                <a:spcPct val="20000"/>
              </a:spcBef>
            </a:pPr>
            <a:b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</a:br>
            <a:r>
              <a:rPr lang="en-SG" altLang="en-US" sz="1400" b="1" dirty="0">
                <a:solidFill>
                  <a:srgbClr val="00007D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CATEGORY B</a:t>
            </a:r>
            <a:br>
              <a:rPr lang="en-SG" altLang="en-US" sz="1400" b="1" dirty="0">
                <a:solidFill>
                  <a:srgbClr val="00007D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</a:br>
            <a:r>
              <a:rPr lang="en-GB" altLang="en-US" sz="1400" b="1" dirty="0">
                <a:solidFill>
                  <a:srgbClr val="00007D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New Ideas, Prototypes and Proofs-of-Concept</a:t>
            </a:r>
            <a:br>
              <a:rPr lang="en-GB" altLang="en-US" b="1" dirty="0">
                <a:solidFill>
                  <a:srgbClr val="00007D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DD &amp; ST CHARGES Integration </a:t>
            </a:r>
          </a:p>
        </p:txBody>
      </p:sp>
      <p:pic>
        <p:nvPicPr>
          <p:cNvPr id="6" name="Picture 5" descr="A black and yellow logo&#10;&#10;Description automatically generated">
            <a:extLst>
              <a:ext uri="{FF2B5EF4-FFF2-40B4-BE49-F238E27FC236}">
                <a16:creationId xmlns:a16="http://schemas.microsoft.com/office/drawing/2014/main" id="{480F053E-E556-BF75-D8B9-D0DB9294BA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2" y="116632"/>
            <a:ext cx="2115434" cy="441391"/>
          </a:xfrm>
          <a:prstGeom prst="rect">
            <a:avLst/>
          </a:prstGeom>
        </p:spPr>
      </p:pic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C5654D53-4806-E480-D0EF-117D4DA40E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79" y="-190201"/>
            <a:ext cx="3414578" cy="117435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6AF09D-8BB0-A662-06AA-212BD597F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3043232"/>
            <a:ext cx="10333095" cy="103822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>
              <a:buNone/>
            </a:pPr>
            <a:r>
              <a:rPr lang="en-US" sz="1800" b="1" kern="1200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Demurrage , Detention and Storage  Charges Integration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508C60-4454-8327-558C-D05323C2F801}"/>
              </a:ext>
            </a:extLst>
          </p:cNvPr>
          <p:cNvSpPr txBox="1"/>
          <p:nvPr/>
        </p:nvSpPr>
        <p:spPr>
          <a:xfrm>
            <a:off x="1141411" y="3950504"/>
            <a:ext cx="63068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b="1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Bhanuprakash Yadav Kadiri</a:t>
            </a:r>
          </a:p>
          <a:p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Monika R</a:t>
            </a:r>
          </a:p>
          <a:p>
            <a:r>
              <a:rPr lang="en-US" sz="1800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​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Ashok Korvi</a:t>
            </a:r>
          </a:p>
          <a:p>
            <a:r>
              <a:rPr lang="en-IN" b="1" dirty="0">
                <a:solidFill>
                  <a:schemeClr val="bg1"/>
                </a:solidFill>
                <a:latin typeface="Century Gothic" panose="020B0502020202020204" pitchFamily="34" charset="0"/>
              </a:rPr>
              <a:t>Payal Vishwakarma</a:t>
            </a:r>
          </a:p>
          <a:p>
            <a:br>
              <a:rPr lang="en-US" sz="1800" b="1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CrimsonLogic India Pvt. Ltd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0298310-8F2F-0FC0-52CA-F1E9C75AD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4838" y="6430931"/>
            <a:ext cx="6239309" cy="36512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Copyright © 2024 CrimsonLogic Pte Ltd  - KHPIA@2025</a:t>
            </a:r>
          </a:p>
        </p:txBody>
      </p:sp>
    </p:spTree>
    <p:extLst>
      <p:ext uri="{BB962C8B-B14F-4D97-AF65-F5344CB8AC3E}">
        <p14:creationId xmlns:p14="http://schemas.microsoft.com/office/powerpoint/2010/main" val="1538552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2018-54A8-5695-6FD1-44C1CABF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774" y="609600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Problem statement</a:t>
            </a:r>
            <a:endParaRPr lang="en-IN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E126-8B05-5966-D926-D53F77E65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ctr" defTabSz="9779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Currently we don’t calculate demurrage , detention and storage charges in our trade platforms . Due to this we need to rely on agent and customer as we have no visibility on charges on our platforms .</a:t>
            </a:r>
          </a:p>
          <a:p>
            <a:pPr marL="0" lvl="0" indent="0" algn="ctr" defTabSz="9779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penalty invoice which customers might provide wrong invoice for reimbursement for the trade companies.  </a:t>
            </a:r>
          </a:p>
          <a:p>
            <a:pPr marL="0" lvl="0" indent="0" algn="ctr" defTabSz="9779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lvl="0" indent="0" algn="ctr" defTabSz="977900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 we need develop and Integrate Demurrage , Detention and storage calculation in Trade platforms to resolve this generic global issue. </a:t>
            </a:r>
          </a:p>
          <a:p>
            <a:endParaRPr lang="en-IN" sz="2000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6EAC8-116A-B8AE-B296-503C1C3E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2" y="6340472"/>
            <a:ext cx="6239309" cy="36512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Copyright © 2024 CrimsonLogic Pte Ltd  - KHPIA@2025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6E87F-739A-0BD6-98B3-6027D531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>
                <a:solidFill>
                  <a:schemeClr val="bg1"/>
                </a:solidFill>
              </a:rPr>
              <a:t>2</a:t>
            </a:fld>
            <a:endParaRPr lang="en-IN">
              <a:solidFill>
                <a:schemeClr val="bg1"/>
              </a:solidFill>
            </a:endParaRPr>
          </a:p>
        </p:txBody>
      </p:sp>
      <p:pic>
        <p:nvPicPr>
          <p:cNvPr id="6" name="Picture 5" descr="A black and yellow logo&#10;&#10;Description automatically generated">
            <a:extLst>
              <a:ext uri="{FF2B5EF4-FFF2-40B4-BE49-F238E27FC236}">
                <a16:creationId xmlns:a16="http://schemas.microsoft.com/office/drawing/2014/main" id="{A81E3E74-77BB-5C96-13D5-055ED61F1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2" y="116632"/>
            <a:ext cx="2115434" cy="441391"/>
          </a:xfrm>
          <a:prstGeom prst="rect">
            <a:avLst/>
          </a:prstGeom>
        </p:spPr>
      </p:pic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78BABFB3-9C20-3ACF-463A-3F98A99EE5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79" y="-190201"/>
            <a:ext cx="3414578" cy="117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0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D142-B755-88AC-24F4-0F50F206C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70" y="-129685"/>
            <a:ext cx="9905998" cy="147857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Annotations Summary</a:t>
            </a:r>
            <a:endParaRPr lang="en-IN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A778A-27BB-F3C1-4860-42D55DAEE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607" y="984156"/>
            <a:ext cx="10321448" cy="4777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Demurrage 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is a fee charged by the shipping line when a full container stays too long inside the port or terminal beyond the allowed free time.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When this will be applicable for manifest :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entury Gothic" panose="020B0502020202020204" pitchFamily="34" charset="0"/>
              </a:rPr>
              <a:t>Import: You don’t pick up your full container from the terminal in time.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entury Gothic" panose="020B0502020202020204" pitchFamily="34" charset="0"/>
              </a:rPr>
              <a:t>Export: You drop off your loaded container too early and it sits at the terminal too long.</a:t>
            </a:r>
          </a:p>
          <a:p>
            <a:pPr marL="0" indent="0">
              <a:buNone/>
            </a:pPr>
            <a:endParaRPr lang="en-IN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Detention</a:t>
            </a: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is a fee charged by the shipping line when a container is kept outside the port (in your possession) beyond the allowed free time, either before returning it empty (import) or before delivering it loaded (export).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When this will be applicable for manifest :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entury Gothic" panose="020B0502020202020204" pitchFamily="34" charset="0"/>
              </a:rPr>
              <a:t>Import: You take the full container but don’t return the empty container in time.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entury Gothic" panose="020B0502020202020204" pitchFamily="34" charset="0"/>
              </a:rPr>
              <a:t>Export: You pick up an empty container but don’t return it loaded in time.</a:t>
            </a:r>
          </a:p>
          <a:p>
            <a:pPr marL="0" indent="0">
              <a:buNone/>
            </a:pPr>
            <a:endParaRPr lang="en-IN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15F24-7874-0295-A317-860856EFC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46825" y="6456626"/>
            <a:ext cx="6239309" cy="36512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Copyright © 2024 CrimsonLogic Pte Ltd  - KHPIA@2025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FDCA3-BFDC-32A6-F32F-DD0D11B7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>
                <a:solidFill>
                  <a:schemeClr val="bg1"/>
                </a:solidFill>
              </a:rPr>
              <a:t>3</a:t>
            </a:fld>
            <a:endParaRPr lang="en-IN">
              <a:solidFill>
                <a:schemeClr val="bg1"/>
              </a:solidFill>
            </a:endParaRPr>
          </a:p>
        </p:txBody>
      </p:sp>
      <p:pic>
        <p:nvPicPr>
          <p:cNvPr id="6" name="Picture 5" descr="A black and yellow logo&#10;&#10;Description automatically generated">
            <a:extLst>
              <a:ext uri="{FF2B5EF4-FFF2-40B4-BE49-F238E27FC236}">
                <a16:creationId xmlns:a16="http://schemas.microsoft.com/office/drawing/2014/main" id="{3AF0077C-66C0-0578-477A-24A1697879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2" y="116632"/>
            <a:ext cx="2115434" cy="441391"/>
          </a:xfrm>
          <a:prstGeom prst="rect">
            <a:avLst/>
          </a:prstGeom>
        </p:spPr>
      </p:pic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E7FFBB97-AF48-9796-2E7B-0F66274ED9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79" y="-190201"/>
            <a:ext cx="3414578" cy="117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1A9A-2D99-B477-347D-7586244B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874" y="645079"/>
            <a:ext cx="11283460" cy="147857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TARIFF for Export Storage (STO) / 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Demurrage , Detention</a:t>
            </a:r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b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This is considered as master data</a:t>
            </a:r>
            <a:endParaRPr lang="en-IN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9DC40-5560-608F-A982-F5B88AC7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7866" y="6430571"/>
            <a:ext cx="6239309" cy="36512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Copyright © 2024 CrimsonLogic Pte Ltd  - KHPIA@2025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A8FAC-ED9C-5826-DD51-5E0A340D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>
                <a:solidFill>
                  <a:schemeClr val="bg1"/>
                </a:solidFill>
              </a:rPr>
              <a:t>4</a:t>
            </a:fld>
            <a:endParaRPr lang="en-IN">
              <a:solidFill>
                <a:schemeClr val="bg1"/>
              </a:solidFill>
            </a:endParaRPr>
          </a:p>
        </p:txBody>
      </p:sp>
      <p:pic>
        <p:nvPicPr>
          <p:cNvPr id="6" name="Picture 5" descr="A black and yellow logo&#10;&#10;Description automatically generated">
            <a:extLst>
              <a:ext uri="{FF2B5EF4-FFF2-40B4-BE49-F238E27FC236}">
                <a16:creationId xmlns:a16="http://schemas.microsoft.com/office/drawing/2014/main" id="{DA56BC24-F783-A937-AF2A-890B8D76B0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2" y="116632"/>
            <a:ext cx="2115434" cy="441391"/>
          </a:xfrm>
          <a:prstGeom prst="rect">
            <a:avLst/>
          </a:prstGeom>
        </p:spPr>
      </p:pic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736790CD-3F8E-1DFC-5A9E-17B1576057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79" y="-190201"/>
            <a:ext cx="3414578" cy="1174357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427F0D9-4364-1BFB-4BD4-25B146074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302339"/>
              </p:ext>
            </p:extLst>
          </p:nvPr>
        </p:nvGraphicFramePr>
        <p:xfrm>
          <a:off x="1568536" y="1884779"/>
          <a:ext cx="9579629" cy="3914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926">
                  <a:extLst>
                    <a:ext uri="{9D8B030D-6E8A-4147-A177-3AD203B41FA5}">
                      <a16:colId xmlns:a16="http://schemas.microsoft.com/office/drawing/2014/main" val="288373419"/>
                    </a:ext>
                  </a:extLst>
                </a:gridCol>
                <a:gridCol w="1866024">
                  <a:extLst>
                    <a:ext uri="{9D8B030D-6E8A-4147-A177-3AD203B41FA5}">
                      <a16:colId xmlns:a16="http://schemas.microsoft.com/office/drawing/2014/main" val="3440293359"/>
                    </a:ext>
                  </a:extLst>
                </a:gridCol>
                <a:gridCol w="1965827">
                  <a:extLst>
                    <a:ext uri="{9D8B030D-6E8A-4147-A177-3AD203B41FA5}">
                      <a16:colId xmlns:a16="http://schemas.microsoft.com/office/drawing/2014/main" val="437913244"/>
                    </a:ext>
                  </a:extLst>
                </a:gridCol>
                <a:gridCol w="1915926">
                  <a:extLst>
                    <a:ext uri="{9D8B030D-6E8A-4147-A177-3AD203B41FA5}">
                      <a16:colId xmlns:a16="http://schemas.microsoft.com/office/drawing/2014/main" val="4193615044"/>
                    </a:ext>
                  </a:extLst>
                </a:gridCol>
                <a:gridCol w="1915926">
                  <a:extLst>
                    <a:ext uri="{9D8B030D-6E8A-4147-A177-3AD203B41FA5}">
                      <a16:colId xmlns:a16="http://schemas.microsoft.com/office/drawing/2014/main" val="4290899257"/>
                    </a:ext>
                  </a:extLst>
                </a:gridCol>
              </a:tblGrid>
              <a:tr h="56978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Terminal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Period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20ft Reefer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IN" sz="1400" b="1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034511"/>
                  </a:ext>
                </a:extLst>
              </a:tr>
              <a:tr h="569783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Oakland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Days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Currency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Rate per day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03192"/>
                  </a:ext>
                </a:extLst>
              </a:tr>
              <a:tr h="495469"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 Free Period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51714"/>
                  </a:ext>
                </a:extLst>
              </a:tr>
              <a:tr h="569783"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</a:t>
                      </a:r>
                      <a:r>
                        <a:rPr lang="en-US" sz="1400" b="1" baseline="300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st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Period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8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USD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8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878395"/>
                  </a:ext>
                </a:extLst>
              </a:tr>
              <a:tr h="569783"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2</a:t>
                      </a:r>
                      <a:r>
                        <a:rPr lang="en-US" sz="1400" b="1" baseline="300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nd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Period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14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USD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950199"/>
                  </a:ext>
                </a:extLst>
              </a:tr>
              <a:tr h="569783"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After Peroid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NA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USD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14</a:t>
                      </a:r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790104"/>
                  </a:ext>
                </a:extLst>
              </a:tr>
              <a:tr h="569783"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638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955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05BD1-39C9-E890-34EF-BD3ECB673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888" y="244871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STOrage Charges Integration [StO]</a:t>
            </a:r>
            <a:endParaRPr lang="en-IN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4AB61BF-C491-B1E6-01B4-BA26740EEB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30875"/>
              </p:ext>
            </p:extLst>
          </p:nvPr>
        </p:nvGraphicFramePr>
        <p:xfrm>
          <a:off x="1143000" y="1723441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18B4A-501C-24AB-EE32-E1241F54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1065" y="6492875"/>
            <a:ext cx="6239309" cy="36512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Copyright © 2024 CrimsonLogic Pte Ltd  - KHPIA@2025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FB596-E771-BAA3-8164-E0A9E313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>
                <a:solidFill>
                  <a:schemeClr val="bg1"/>
                </a:solidFill>
              </a:rPr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 descr="A black and yellow logo&#10;&#10;Description automatically generated">
            <a:extLst>
              <a:ext uri="{FF2B5EF4-FFF2-40B4-BE49-F238E27FC236}">
                <a16:creationId xmlns:a16="http://schemas.microsoft.com/office/drawing/2014/main" id="{73EC3DB1-17D5-CAE3-997F-2DA92E9ECAB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2" y="116632"/>
            <a:ext cx="2115434" cy="441391"/>
          </a:xfrm>
          <a:prstGeom prst="rect">
            <a:avLst/>
          </a:prstGeom>
        </p:spPr>
      </p:pic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CA74458A-C7F0-E7ED-5FFC-D915468CDFE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79" y="-190201"/>
            <a:ext cx="3414578" cy="11743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6B6F07-B330-E14E-18E5-D8A60DFBF4D2}"/>
              </a:ext>
            </a:extLst>
          </p:cNvPr>
          <p:cNvSpPr txBox="1"/>
          <p:nvPr/>
        </p:nvSpPr>
        <p:spPr>
          <a:xfrm>
            <a:off x="3910336" y="5457881"/>
            <a:ext cx="4126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OUTPUT = STO CHARGES IN USD</a:t>
            </a:r>
            <a:endParaRPr lang="en-IN" sz="2000" dirty="0">
              <a:solidFill>
                <a:schemeClr val="bg1"/>
              </a:solidFill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98859699-F223-1A93-AA6E-1478A7A2CDDB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8154444" y="3494297"/>
            <a:ext cx="2894556" cy="2144501"/>
          </a:xfrm>
          <a:prstGeom prst="curvedConnector3">
            <a:avLst>
              <a:gd name="adj1" fmla="val -7898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302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093395-840F-72C7-ECAF-A1CBD400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2" y="6492875"/>
            <a:ext cx="6239309" cy="36512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Copyright © 2024 CrimsonLogic Pte Ltd  - KHPIA@2025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A0DF3-E098-B9E9-8116-1DFA1204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>
                <a:solidFill>
                  <a:schemeClr val="bg1"/>
                </a:solidFill>
              </a:rPr>
              <a:t>6</a:t>
            </a:fld>
            <a:endParaRPr lang="en-IN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43DAA3A7-8059-B41F-144B-123740DCB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09042"/>
              </p:ext>
            </p:extLst>
          </p:nvPr>
        </p:nvGraphicFramePr>
        <p:xfrm>
          <a:off x="1143000" y="1723441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black and yellow logo&#10;&#10;Description automatically generated">
            <a:extLst>
              <a:ext uri="{FF2B5EF4-FFF2-40B4-BE49-F238E27FC236}">
                <a16:creationId xmlns:a16="http://schemas.microsoft.com/office/drawing/2014/main" id="{74CB8A59-604C-1A47-8595-91C44E11FC1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2" y="116632"/>
            <a:ext cx="2115434" cy="441391"/>
          </a:xfrm>
          <a:prstGeom prst="rect">
            <a:avLst/>
          </a:prstGeom>
        </p:spPr>
      </p:pic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1A027957-A0E8-FB91-9658-79B7A5D92AE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79" y="-190201"/>
            <a:ext cx="3414578" cy="117435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361E5D5-B817-1748-9E00-D2F40DD1CB6E}"/>
              </a:ext>
            </a:extLst>
          </p:cNvPr>
          <p:cNvSpPr txBox="1">
            <a:spLocks/>
          </p:cNvSpPr>
          <p:nvPr/>
        </p:nvSpPr>
        <p:spPr>
          <a:xfrm>
            <a:off x="939452" y="609601"/>
            <a:ext cx="11774466" cy="11138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Demurrage , Detention</a:t>
            </a:r>
            <a:r>
              <a:rPr lang="en-US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Charges Integration [DE &amp; DO]</a:t>
            </a:r>
            <a:endParaRPr lang="en-IN" sz="2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DE6FEA-358C-1CB2-C4D6-68D33FF18869}"/>
              </a:ext>
            </a:extLst>
          </p:cNvPr>
          <p:cNvSpPr txBox="1"/>
          <p:nvPr/>
        </p:nvSpPr>
        <p:spPr>
          <a:xfrm>
            <a:off x="3910336" y="5457881"/>
            <a:ext cx="4859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OUTPUT = DE and DO CHARGES IN USD</a:t>
            </a:r>
            <a:endParaRPr lang="en-IN" sz="2000" dirty="0">
              <a:solidFill>
                <a:schemeClr val="bg1"/>
              </a:solidFill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9FC369A0-0C79-95C4-E3DC-2490250DBDFD}"/>
              </a:ext>
            </a:extLst>
          </p:cNvPr>
          <p:cNvCxnSpPr>
            <a:cxnSpLocks/>
            <a:stCxn id="6" idx="3"/>
            <a:endCxn id="10" idx="3"/>
          </p:cNvCxnSpPr>
          <p:nvPr/>
        </p:nvCxnSpPr>
        <p:spPr>
          <a:xfrm flipH="1">
            <a:off x="8769551" y="3494297"/>
            <a:ext cx="2279449" cy="2163639"/>
          </a:xfrm>
          <a:prstGeom prst="curvedConnector3">
            <a:avLst>
              <a:gd name="adj1" fmla="val -10029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141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665A-5928-CDFF-DDE9-03A3C137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759" y="-20052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Implementation Workflow</a:t>
            </a:r>
            <a:endParaRPr lang="en-IN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7B86A-6D22-E020-4DFE-6F7C10A25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9039" y="6446947"/>
            <a:ext cx="6239309" cy="36512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Copyright © 2024 CrimsonLogic Pte Ltd  - KHPIA@2025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B8B1A-6936-5403-D85D-D2205E21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>
                <a:solidFill>
                  <a:schemeClr val="bg1"/>
                </a:solidFill>
              </a:rPr>
              <a:t>7</a:t>
            </a:fld>
            <a:endParaRPr lang="en-IN">
              <a:solidFill>
                <a:schemeClr val="bg1"/>
              </a:solidFill>
            </a:endParaRPr>
          </a:p>
        </p:txBody>
      </p:sp>
      <p:pic>
        <p:nvPicPr>
          <p:cNvPr id="6" name="Picture 5" descr="A black and yellow logo&#10;&#10;Description automatically generated">
            <a:extLst>
              <a:ext uri="{FF2B5EF4-FFF2-40B4-BE49-F238E27FC236}">
                <a16:creationId xmlns:a16="http://schemas.microsoft.com/office/drawing/2014/main" id="{FFE05C2E-5EA2-3C4F-8841-817B4EF496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2" y="116632"/>
            <a:ext cx="2115434" cy="441391"/>
          </a:xfrm>
          <a:prstGeom prst="rect">
            <a:avLst/>
          </a:prstGeom>
        </p:spPr>
      </p:pic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B499B5D7-B5D6-4D72-A6C5-29A31CB85C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79" y="-190201"/>
            <a:ext cx="3414578" cy="1174357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93C4679F-0E68-38EC-1592-A4D3D8A91B4F}"/>
              </a:ext>
            </a:extLst>
          </p:cNvPr>
          <p:cNvSpPr/>
          <p:nvPr/>
        </p:nvSpPr>
        <p:spPr>
          <a:xfrm>
            <a:off x="1221619" y="1565753"/>
            <a:ext cx="2223039" cy="12024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SAAS + Whitelabel Users [Crimson +PSA]</a:t>
            </a:r>
            <a:endParaRPr lang="en-IN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A9D236A-A041-B29B-6D43-5D73FE814EC7}"/>
              </a:ext>
            </a:extLst>
          </p:cNvPr>
          <p:cNvSpPr/>
          <p:nvPr/>
        </p:nvSpPr>
        <p:spPr>
          <a:xfrm>
            <a:off x="1221619" y="3336099"/>
            <a:ext cx="2223039" cy="12024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Agents &amp; Forwarders</a:t>
            </a:r>
            <a:endParaRPr lang="en-IN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4C592A6-02D0-862F-FBD3-E8C5E1D864D1}"/>
              </a:ext>
            </a:extLst>
          </p:cNvPr>
          <p:cNvSpPr/>
          <p:nvPr/>
        </p:nvSpPr>
        <p:spPr>
          <a:xfrm>
            <a:off x="1221619" y="5106445"/>
            <a:ext cx="2223039" cy="12024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Other trade company users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7C5C9A8-1888-6F07-5276-F10364F1FBC3}"/>
              </a:ext>
            </a:extLst>
          </p:cNvPr>
          <p:cNvSpPr/>
          <p:nvPr/>
        </p:nvSpPr>
        <p:spPr>
          <a:xfrm>
            <a:off x="6250488" y="3184306"/>
            <a:ext cx="2054268" cy="12024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Calculation Module </a:t>
            </a:r>
          </a:p>
          <a:p>
            <a:pPr algn="ctr"/>
            <a:r>
              <a:rPr lang="en-US" dirty="0"/>
              <a:t>[DD &amp; ST Charges]</a:t>
            </a:r>
            <a:endParaRPr lang="en-IN" dirty="0"/>
          </a:p>
        </p:txBody>
      </p:sp>
      <p:sp>
        <p:nvSpPr>
          <p:cNvPr id="97" name="Arrow: Right 96">
            <a:extLst>
              <a:ext uri="{FF2B5EF4-FFF2-40B4-BE49-F238E27FC236}">
                <a16:creationId xmlns:a16="http://schemas.microsoft.com/office/drawing/2014/main" id="{1B02CDBF-E7B0-9673-E777-B3A9AB07F199}"/>
              </a:ext>
            </a:extLst>
          </p:cNvPr>
          <p:cNvSpPr/>
          <p:nvPr/>
        </p:nvSpPr>
        <p:spPr>
          <a:xfrm>
            <a:off x="4221271" y="3336099"/>
            <a:ext cx="1590806" cy="18256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Arrow: Left 97">
            <a:extLst>
              <a:ext uri="{FF2B5EF4-FFF2-40B4-BE49-F238E27FC236}">
                <a16:creationId xmlns:a16="http://schemas.microsoft.com/office/drawing/2014/main" id="{D0880626-698D-096D-ADD6-C1CAD46249F2}"/>
              </a:ext>
            </a:extLst>
          </p:cNvPr>
          <p:cNvSpPr/>
          <p:nvPr/>
        </p:nvSpPr>
        <p:spPr>
          <a:xfrm>
            <a:off x="4221271" y="3906227"/>
            <a:ext cx="1590806" cy="18256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08EB053-6DA5-4265-5C1F-EE1BAE13C088}"/>
              </a:ext>
            </a:extLst>
          </p:cNvPr>
          <p:cNvSpPr txBox="1"/>
          <p:nvPr/>
        </p:nvSpPr>
        <p:spPr>
          <a:xfrm>
            <a:off x="4571103" y="2947819"/>
            <a:ext cx="891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Request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26CF249-6C31-8A75-2773-162D376033E2}"/>
              </a:ext>
            </a:extLst>
          </p:cNvPr>
          <p:cNvSpPr txBox="1"/>
          <p:nvPr/>
        </p:nvSpPr>
        <p:spPr>
          <a:xfrm>
            <a:off x="4499805" y="4107023"/>
            <a:ext cx="1020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Response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8BCE7D2-DF9A-B453-9247-09D86A9DA2C7}"/>
              </a:ext>
            </a:extLst>
          </p:cNvPr>
          <p:cNvSpPr/>
          <p:nvPr/>
        </p:nvSpPr>
        <p:spPr>
          <a:xfrm>
            <a:off x="8993688" y="3184306"/>
            <a:ext cx="2517731" cy="1202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Global Tariff Repo</a:t>
            </a:r>
            <a:endParaRPr lang="en-IN" dirty="0"/>
          </a:p>
        </p:txBody>
      </p:sp>
      <p:sp>
        <p:nvSpPr>
          <p:cNvPr id="102" name="Arrow: Left-Right 101">
            <a:extLst>
              <a:ext uri="{FF2B5EF4-FFF2-40B4-BE49-F238E27FC236}">
                <a16:creationId xmlns:a16="http://schemas.microsoft.com/office/drawing/2014/main" id="{CDBF89C7-ACF2-FC5C-794A-F594F8A3FEFD}"/>
              </a:ext>
            </a:extLst>
          </p:cNvPr>
          <p:cNvSpPr/>
          <p:nvPr/>
        </p:nvSpPr>
        <p:spPr>
          <a:xfrm>
            <a:off x="8492647" y="3657600"/>
            <a:ext cx="325676" cy="15907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E0D13C9-5397-38D7-9D5D-E8FB5E7EDD78}"/>
              </a:ext>
            </a:extLst>
          </p:cNvPr>
          <p:cNvSpPr txBox="1"/>
          <p:nvPr/>
        </p:nvSpPr>
        <p:spPr>
          <a:xfrm>
            <a:off x="4947781" y="1565753"/>
            <a:ext cx="5386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chemeClr val="bg1"/>
                </a:solidFill>
              </a:rPr>
              <a:t>** We need to provide manifest information as an input and</a:t>
            </a:r>
          </a:p>
          <a:p>
            <a:r>
              <a:rPr lang="en-US" b="1" i="1" u="sng" dirty="0">
                <a:solidFill>
                  <a:schemeClr val="bg1"/>
                </a:solidFill>
              </a:rPr>
              <a:t> model will fetch the details </a:t>
            </a:r>
            <a:endParaRPr lang="en-IN" b="1" i="1" u="sng" dirty="0">
              <a:solidFill>
                <a:schemeClr val="bg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04F1C53-A16E-1F18-83E4-DE3EA8B975AA}"/>
              </a:ext>
            </a:extLst>
          </p:cNvPr>
          <p:cNvSpPr/>
          <p:nvPr/>
        </p:nvSpPr>
        <p:spPr>
          <a:xfrm>
            <a:off x="9017455" y="4562496"/>
            <a:ext cx="2517731" cy="1202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CrimsonLogic + PSA</a:t>
            </a:r>
          </a:p>
          <a:p>
            <a:pPr algn="ctr"/>
            <a:r>
              <a:rPr lang="en-US" dirty="0"/>
              <a:t>Database</a:t>
            </a:r>
            <a:endParaRPr lang="en-IN" dirty="0"/>
          </a:p>
        </p:txBody>
      </p:sp>
      <p:sp>
        <p:nvSpPr>
          <p:cNvPr id="105" name="Arrow: Bent 104">
            <a:extLst>
              <a:ext uri="{FF2B5EF4-FFF2-40B4-BE49-F238E27FC236}">
                <a16:creationId xmlns:a16="http://schemas.microsoft.com/office/drawing/2014/main" id="{B7FD0311-4666-402F-02A9-A93DFBF87781}"/>
              </a:ext>
            </a:extLst>
          </p:cNvPr>
          <p:cNvSpPr/>
          <p:nvPr/>
        </p:nvSpPr>
        <p:spPr>
          <a:xfrm flipV="1">
            <a:off x="7114784" y="4386803"/>
            <a:ext cx="1872000" cy="576000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FDE1AA1-3839-ED1F-C121-A80D2F780763}"/>
              </a:ext>
            </a:extLst>
          </p:cNvPr>
          <p:cNvSpPr txBox="1"/>
          <p:nvPr/>
        </p:nvSpPr>
        <p:spPr>
          <a:xfrm>
            <a:off x="7153966" y="5034353"/>
            <a:ext cx="20342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Postmortem Report</a:t>
            </a:r>
          </a:p>
          <a:p>
            <a:r>
              <a:rPr lang="en-US" dirty="0">
                <a:solidFill>
                  <a:schemeClr val="bg1"/>
                </a:solidFill>
              </a:rPr>
              <a:t>With detailed report and date timelines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37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7BAB-9AF7-F832-A978-E073A32E2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581" y="593620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Customers who can use our module</a:t>
            </a:r>
            <a:endParaRPr lang="en-IN" dirty="0"/>
          </a:p>
        </p:txBody>
      </p:sp>
      <p:pic>
        <p:nvPicPr>
          <p:cNvPr id="9" name="Content Placeholder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32F7E88-D94F-38D0-EDAF-1E1852390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604" y="2467139"/>
            <a:ext cx="812115" cy="81211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D6000B-A49F-F72A-E69A-398343A7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6304" y="6248399"/>
            <a:ext cx="6239309" cy="36512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Copyright © 2024 CrimsonLogic Pte Ltd  - INNOVATION@CL2025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4678-F6C3-B9D2-8E9C-B8ADC58D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>
                <a:solidFill>
                  <a:schemeClr val="bg1"/>
                </a:solidFill>
              </a:rPr>
              <a:t>8</a:t>
            </a:fld>
            <a:endParaRPr lang="en-IN">
              <a:solidFill>
                <a:schemeClr val="bg1"/>
              </a:solidFill>
            </a:endParaRPr>
          </a:p>
        </p:txBody>
      </p:sp>
      <p:pic>
        <p:nvPicPr>
          <p:cNvPr id="6" name="Picture 5" descr="A black and yellow logo&#10;&#10;Description automatically generated">
            <a:extLst>
              <a:ext uri="{FF2B5EF4-FFF2-40B4-BE49-F238E27FC236}">
                <a16:creationId xmlns:a16="http://schemas.microsoft.com/office/drawing/2014/main" id="{F1AD5743-92BD-198B-092F-1065D18BA8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2" y="116632"/>
            <a:ext cx="2115434" cy="441391"/>
          </a:xfrm>
          <a:prstGeom prst="rect">
            <a:avLst/>
          </a:prstGeom>
        </p:spPr>
      </p:pic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DF4E2A6E-7DC4-7E8C-BFBB-393F8AB2FF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79" y="-190201"/>
            <a:ext cx="3414578" cy="11743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973F7D-ECA2-4FA8-B556-8843895AFDB7}"/>
              </a:ext>
            </a:extLst>
          </p:cNvPr>
          <p:cNvSpPr txBox="1"/>
          <p:nvPr/>
        </p:nvSpPr>
        <p:spPr>
          <a:xfrm>
            <a:off x="7937324" y="3336456"/>
            <a:ext cx="250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Global Trade Companies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6605AF-E409-7194-4B36-38FD38B69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6583" y="2636414"/>
            <a:ext cx="2139441" cy="5379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46AD2A-0C5B-C9C4-3F61-185C53E0E6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743" y="2620245"/>
            <a:ext cx="1565673" cy="659009"/>
          </a:xfrm>
          <a:prstGeom prst="rect">
            <a:avLst/>
          </a:prstGeom>
        </p:spPr>
      </p:pic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74067A4-E57F-AA3B-5D3A-AD44B30D31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500" y="4262000"/>
            <a:ext cx="873672" cy="8736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E4A6B8-A08F-35AF-CAA1-9C238CE19259}"/>
              </a:ext>
            </a:extLst>
          </p:cNvPr>
          <p:cNvSpPr txBox="1"/>
          <p:nvPr/>
        </p:nvSpPr>
        <p:spPr>
          <a:xfrm>
            <a:off x="1842500" y="5135672"/>
            <a:ext cx="802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Agents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9" name="Picture 1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0E7BFF0-239C-1A69-4063-A4BCC5C26A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684" y="4276614"/>
            <a:ext cx="873672" cy="8736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F61CA0E-E09C-53C6-F794-EF4EB31A621B}"/>
              </a:ext>
            </a:extLst>
          </p:cNvPr>
          <p:cNvSpPr txBox="1"/>
          <p:nvPr/>
        </p:nvSpPr>
        <p:spPr>
          <a:xfrm>
            <a:off x="3687662" y="5153062"/>
            <a:ext cx="1916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Freight Forwarders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2" name="Picture 2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6577E62-1B11-63F6-022E-871D11B655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48" y="4486320"/>
            <a:ext cx="681356" cy="68135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90F0EE5-A40C-A784-A4E6-66A81977D6B6}"/>
              </a:ext>
            </a:extLst>
          </p:cNvPr>
          <p:cNvSpPr txBox="1"/>
          <p:nvPr/>
        </p:nvSpPr>
        <p:spPr>
          <a:xfrm>
            <a:off x="6420418" y="5167676"/>
            <a:ext cx="205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Shipping Companies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5" name="Picture 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A759A10-683E-BC9F-379E-CFFB27D9B9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104" y="4440216"/>
            <a:ext cx="681357" cy="681357"/>
          </a:xfrm>
          <a:prstGeom prst="rect">
            <a:avLst/>
          </a:prstGeom>
        </p:spPr>
      </p:pic>
      <p:pic>
        <p:nvPicPr>
          <p:cNvPr id="29" name="Picture 2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C46594D-4BD7-D026-8E0D-6DEA621FC5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13839" y="4276614"/>
            <a:ext cx="891062" cy="89106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ECACE6D-4754-C3A5-9868-EB257847D4F7}"/>
              </a:ext>
            </a:extLst>
          </p:cNvPr>
          <p:cNvSpPr txBox="1"/>
          <p:nvPr/>
        </p:nvSpPr>
        <p:spPr>
          <a:xfrm>
            <a:off x="9882769" y="5167677"/>
            <a:ext cx="93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Lawyers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78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CA248-70E5-85E2-6098-5BABC224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3DE2-7B6F-3F85-8493-EF88F795B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602" y="735884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Contact Us</a:t>
            </a:r>
            <a:endParaRPr lang="en-IN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495BD-4AA5-1BB0-31AD-C2B2B1D7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2990056"/>
            <a:ext cx="9905999" cy="228340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Bhanu Prakash Yadav Kadiri - 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bhanuprakashyk@crimsonlogic.com</a:t>
            </a:r>
            <a:endParaRPr lang="en-US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Monika R - 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monikar@crimsonlogic.com</a:t>
            </a:r>
            <a:endParaRPr lang="en-US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Ashok Korvi - 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ashokkorvi@crimsonlogic.com</a:t>
            </a:r>
            <a:endParaRPr lang="en-US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Payal Vishwakarma - </a:t>
            </a:r>
            <a:r>
              <a:rPr lang="en-IN" sz="2000" b="1" dirty="0">
                <a:solidFill>
                  <a:schemeClr val="bg1"/>
                </a:solidFill>
                <a:latin typeface="Century Gothic" panose="020B0502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payalvishwakarma@crimsonlogic.com</a:t>
            </a:r>
            <a:endParaRPr lang="en-IN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en-IN" sz="2000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FA4F3-2DCA-8500-B846-BC9C8B75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60602" y="6476390"/>
            <a:ext cx="6239309" cy="36512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Copyright © 2024 CrimsonLogic Pte Ltd  - KHPIA@2025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F312F-A97F-D778-2D2E-A0FB405E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791DE-F492-49FE-B473-EBD7B84F7F99}" type="slidenum">
              <a:rPr lang="en-IN" smtClean="0">
                <a:solidFill>
                  <a:schemeClr val="bg1"/>
                </a:solidFill>
              </a:rPr>
              <a:t>9</a:t>
            </a:fld>
            <a:endParaRPr lang="en-IN">
              <a:solidFill>
                <a:schemeClr val="bg1"/>
              </a:solidFill>
            </a:endParaRPr>
          </a:p>
        </p:txBody>
      </p:sp>
      <p:pic>
        <p:nvPicPr>
          <p:cNvPr id="6" name="Picture 5" descr="A black and yellow logo&#10;&#10;Description automatically generated">
            <a:extLst>
              <a:ext uri="{FF2B5EF4-FFF2-40B4-BE49-F238E27FC236}">
                <a16:creationId xmlns:a16="http://schemas.microsoft.com/office/drawing/2014/main" id="{1CB537CC-DFEF-F073-7498-DCA9CFD54B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2" y="116632"/>
            <a:ext cx="2115434" cy="441391"/>
          </a:xfrm>
          <a:prstGeom prst="rect">
            <a:avLst/>
          </a:prstGeom>
        </p:spPr>
      </p:pic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0605AB32-5233-AA37-519D-C1E2BEC2548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79" y="-190201"/>
            <a:ext cx="3414578" cy="117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673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571</TotalTime>
  <Words>639</Words>
  <Application>Microsoft Office PowerPoint</Application>
  <PresentationFormat>Widescreen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Century Gothic</vt:lpstr>
      <vt:lpstr>Times New Roman</vt:lpstr>
      <vt:lpstr>Tw Cen MT</vt:lpstr>
      <vt:lpstr>Circuit</vt:lpstr>
      <vt:lpstr> CATEGORY B New Ideas, Prototypes and Proofs-of-Concept  DD &amp; ST CHARGES Integration </vt:lpstr>
      <vt:lpstr>Problem statement</vt:lpstr>
      <vt:lpstr>Annotations Summary</vt:lpstr>
      <vt:lpstr>TARIFF for Export Storage (STO) / Demurrage , Detention  This is considered as master data</vt:lpstr>
      <vt:lpstr>STOrage Charges Integration [StO]</vt:lpstr>
      <vt:lpstr>PowerPoint Presentation</vt:lpstr>
      <vt:lpstr>Implementation Workflow</vt:lpstr>
      <vt:lpstr>Customers who can use our module</vt:lpstr>
      <vt:lpstr>Contact 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Bhanuprakash Yadav Kadiri</dc:creator>
  <cp:lastModifiedBy>Bhanuprakash Yadav Kadiri</cp:lastModifiedBy>
  <cp:revision>270</cp:revision>
  <dcterms:created xsi:type="dcterms:W3CDTF">2025-04-14T05:42:21Z</dcterms:created>
  <dcterms:modified xsi:type="dcterms:W3CDTF">2025-08-29T05:35:47Z</dcterms:modified>
</cp:coreProperties>
</file>