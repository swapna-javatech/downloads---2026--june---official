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Living the FISH! Philosophy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18288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🐟 FISH!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Key Takeaways &amp; Action Plan from the Fish Booster Workshop</a:t>
            </a:r>
          </a:p>
          <a:p>
            <a:pPr>
              <a:defRPr sz="2200"/>
            </a:pPr>
            <a:r>
              <a:t>• Presented by: [Your Name / Team Name]</a:t>
            </a:r>
          </a:p>
          <a:p>
            <a:pPr>
              <a:defRPr sz="2200"/>
            </a:pPr>
            <a:r>
              <a:t>• Date: June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Workshop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18288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🐟 FISH!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Core Goal: Capture positive energy and unlock our team's full potential</a:t>
            </a:r>
          </a:p>
          <a:p>
            <a:pPr>
              <a:defRPr sz="2200"/>
            </a:pPr>
            <a:r>
              <a:t>• Inspiration: Pike Place Fish Market, Seattle</a:t>
            </a:r>
          </a:p>
          <a:p>
            <a:pPr>
              <a:defRPr sz="2200"/>
            </a:pPr>
            <a:r>
              <a:t>• Objective: Build a positive workplace culture</a:t>
            </a:r>
          </a:p>
          <a:p>
            <a:pPr>
              <a:defRPr sz="2200"/>
            </a:pPr>
            <a:r>
              <a:t>• Outcome: Boost morale, collaboration &amp;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4 Core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18288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🐟 FISH!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Choose Your Attitude – Own your response</a:t>
            </a:r>
          </a:p>
          <a:p>
            <a:pPr>
              <a:defRPr sz="2200"/>
            </a:pPr>
            <a:r>
              <a:t>• Be There – Listen actively and support others</a:t>
            </a:r>
          </a:p>
          <a:p>
            <a:pPr>
              <a:defRPr sz="2200"/>
            </a:pPr>
            <a:r>
              <a:t>• Play – Bring creativity and enthusiasm</a:t>
            </a:r>
          </a:p>
          <a:p>
            <a:pPr>
              <a:defRPr sz="2200"/>
            </a:pPr>
            <a:r>
              <a:t>• Make Their Day – Perform intentional acts of kindness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Insights &amp; Reflections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18288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🐟 FISH!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Mindset Shift: Reactive → Intentional positivity</a:t>
            </a:r>
          </a:p>
          <a:p>
            <a:pPr>
              <a:defRPr sz="2200"/>
            </a:pPr>
            <a:r>
              <a:t>• High-energy teams reduce stress and drive innovation</a:t>
            </a:r>
          </a:p>
          <a:p>
            <a:pPr>
              <a:defRPr sz="2200"/>
            </a:pPr>
            <a:r>
              <a:t>• Everyone contributes to workplace culture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18288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🐟 FISH!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Daily Huddles</a:t>
            </a:r>
          </a:p>
          <a:p>
            <a:pPr>
              <a:defRPr sz="2200"/>
            </a:pPr>
            <a:r>
              <a:t>• Recognition/Praise Board</a:t>
            </a:r>
          </a:p>
          <a:p>
            <a:pPr>
              <a:defRPr sz="2200"/>
            </a:pPr>
            <a:r>
              <a:t>• Creative Problem Solving</a:t>
            </a:r>
          </a:p>
          <a:p>
            <a:pPr>
              <a:defRPr sz="2200"/>
            </a:pPr>
            <a:r>
              <a:t>• Practice 'Be There' every 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18288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🐟 FISH!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Higher engagement</a:t>
            </a:r>
          </a:p>
          <a:p>
            <a:pPr>
              <a:defRPr sz="2200"/>
            </a:pPr>
            <a:r>
              <a:t>• Better collaboration</a:t>
            </a:r>
          </a:p>
          <a:p>
            <a:pPr>
              <a:defRPr sz="2200"/>
            </a:pPr>
            <a:r>
              <a:t>• Positive work environment</a:t>
            </a:r>
          </a:p>
          <a:p>
            <a:pPr>
              <a:defRPr sz="2200"/>
            </a:pPr>
            <a:r>
              <a:t>• Greater 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Closing Thought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18288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🐟 FISH!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"The energy you bring to work shapes the culture you experience."</a:t>
            </a:r>
          </a:p>
          <a:p>
            <a:pPr>
              <a:defRPr sz="2200"/>
            </a:pPr>
            <a:r>
              <a:t>• Let's live the FISH! Philosophy every 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