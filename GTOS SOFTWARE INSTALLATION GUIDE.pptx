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17"/>
  </p:notesMasterIdLst>
  <p:handoutMasterIdLst>
    <p:handoutMasterId r:id="rId18"/>
  </p:handoutMasterIdLst>
  <p:sldIdLst>
    <p:sldId id="292" r:id="rId6"/>
    <p:sldId id="2147470498" r:id="rId7"/>
    <p:sldId id="2147470509" r:id="rId8"/>
    <p:sldId id="2147470510" r:id="rId9"/>
    <p:sldId id="2147470518" r:id="rId10"/>
    <p:sldId id="2147470500" r:id="rId11"/>
    <p:sldId id="2147470513" r:id="rId12"/>
    <p:sldId id="2147470514" r:id="rId13"/>
    <p:sldId id="2147470515" r:id="rId14"/>
    <p:sldId id="2147470516" r:id="rId15"/>
    <p:sldId id="2147470517" r:id="rId16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Silka" panose="020B0604020202020204" charset="0"/>
      <p:regular r:id="rId23"/>
      <p:italic r:id="rId24"/>
    </p:embeddedFont>
    <p:embeddedFont>
      <p:font typeface="Silka Bold" panose="020B0604020202020204" charset="0"/>
      <p:bold r:id="rId25"/>
      <p:italic r:id="rId26"/>
      <p:boldItalic r:id="rId27"/>
    </p:embeddedFont>
    <p:embeddedFont>
      <p:font typeface="Silka SemiBold" panose="020B060402020202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109BA3-551E-4479-88AF-F02A365B00C9}">
          <p14:sldIdLst>
            <p14:sldId id="292"/>
            <p14:sldId id="2147470498"/>
            <p14:sldId id="2147470509"/>
            <p14:sldId id="2147470510"/>
            <p14:sldId id="2147470518"/>
            <p14:sldId id="2147470500"/>
            <p14:sldId id="2147470513"/>
            <p14:sldId id="2147470514"/>
            <p14:sldId id="2147470515"/>
            <p14:sldId id="2147470516"/>
            <p14:sldId id="2147470517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160">
          <p15:clr>
            <a:srgbClr val="A4A3A4"/>
          </p15:clr>
        </p15:guide>
        <p15:guide id="4" orient="horz" pos="3997" userDrawn="1">
          <p15:clr>
            <a:srgbClr val="A4A3A4"/>
          </p15:clr>
        </p15:guide>
        <p15:guide id="5" pos="3840">
          <p15:clr>
            <a:srgbClr val="A4A3A4"/>
          </p15:clr>
        </p15:guide>
        <p15:guide id="6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5C00"/>
    <a:srgbClr val="02B5B6"/>
    <a:srgbClr val="93C37B"/>
    <a:srgbClr val="F16575"/>
    <a:srgbClr val="49C2D1"/>
    <a:srgbClr val="476DC5"/>
    <a:srgbClr val="8CC63E"/>
    <a:srgbClr val="FF6665"/>
    <a:srgbClr val="00A4A1"/>
    <a:srgbClr val="4B9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2"/>
    <p:restoredTop sz="94967" autoAdjust="0"/>
  </p:normalViewPr>
  <p:slideViewPr>
    <p:cSldViewPr snapToGrid="0">
      <p:cViewPr varScale="1">
        <p:scale>
          <a:sx n="59" d="100"/>
          <a:sy n="59" d="100"/>
        </p:scale>
        <p:origin x="1296" y="52"/>
      </p:cViewPr>
      <p:guideLst>
        <p:guide orient="horz" pos="2160"/>
        <p:guide orient="horz" pos="3997"/>
        <p:guide pos="3840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5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8041A3-4E0A-24FE-40E7-3070EBFF87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89D7F7-8E07-516E-8AED-09C992FCC9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7066D-34C9-4AF8-A788-BC4AAE9F44E4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A0829-2C44-44D0-9A9F-178D923FBF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17118-BCDF-83F3-3EE4-947FB9DB00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7967F-FF62-4705-9923-A52AD2DB75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717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1256C-73A9-449E-9474-54A2069DFD96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AC9BB-B17F-4D1D-AC09-2AD04BE83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33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05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125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6C36-8D48-AADE-183E-04037416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001A0-2791-B89F-3B42-1719AC12E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9EB9F-03C3-1035-6802-F50C8AA50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C3530-59D2-4F98-51EE-ACB46AF05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197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D06A-2769-54DA-BD5D-3645D07B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AC951-9ADF-84B7-AA6B-E306C85A4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6773D-B171-9293-9A39-40C6DD923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2CE10-E565-ED14-FF04-F969222C9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33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3D88F-9E8C-9738-DF31-8C02B9D6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E1A8B-965A-F34B-AA9C-C81831EF5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D3FF4-CDF7-0186-CA39-826D714E1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B6537-EF46-B5A9-07DE-73B88E397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489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861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03F2E-0973-F98C-7A44-F7ECAD56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699D4-7D97-99B2-69CA-F2A01805E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A9541-88B6-BA35-3A28-1F7D0D32C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05834-117E-DF99-CD31-FDAFE03F8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70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38A8-3227-FC34-EEE8-9CA3A22DE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F4FEA-BD1E-77FE-79BB-64E6BAE4D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51BAC-B3DD-B15E-3165-D23F5B22D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82BB5-2EDE-DC44-C199-6330FC18E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AC9BB-B17F-4D1D-AC09-2AD04BE83E8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75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A71992C-9858-895E-3BFD-A0049C177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10B606C-86A1-B415-9229-201822E6B4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0"/>
            <a:ext cx="6035040" cy="123110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0" spc="-180" baseline="0"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title set in Silka Regular</a:t>
            </a:r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2294E85-04B5-9E2A-ED6F-17BCE6C96E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0" y="6336792"/>
            <a:ext cx="27432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r">
              <a:buNone/>
              <a:defRPr sz="1000" spc="-50" baseline="0"/>
            </a:lvl1pPr>
          </a:lstStyle>
          <a:p>
            <a:pPr lvl="0"/>
            <a:r>
              <a:rPr lang="en-US"/>
              <a:t>Insert date here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4B926-9B02-E3CF-B583-6BC6ED529063}"/>
              </a:ext>
            </a:extLst>
          </p:cNvPr>
          <p:cNvSpPr txBox="1"/>
          <p:nvPr userDrawn="1"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>
                <a:solidFill>
                  <a:srgbClr val="FF0000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>
                <a:latin typeface="Silka SemiBold" panose="00000700000000000000" pitchFamily="50" charset="0"/>
              </a:rPr>
              <a:t>crimsonlogic.com</a:t>
            </a:r>
            <a:endParaRPr lang="en-GB" sz="1000" kern="100" spc="0">
              <a:latin typeface="Silka SemiBold" panose="00000700000000000000" pitchFamily="50" charset="0"/>
            </a:endParaRP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2D08FE-6F92-9963-73C3-520E3DE9783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895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(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B04E9B2-F804-62ED-E5E3-EC45E8905B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49665EAF-E370-ABEF-603C-EA4BC447EA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0"/>
            <a:ext cx="6035040" cy="123110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0" spc="-18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title set in Silka Regular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64659-2E56-1768-D9F6-83B6B1137BA1}"/>
              </a:ext>
            </a:extLst>
          </p:cNvPr>
          <p:cNvSpPr txBox="1"/>
          <p:nvPr userDrawn="1"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>
                <a:solidFill>
                  <a:schemeClr val="bg1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>
                <a:latin typeface="Silka SemiBold" panose="00000700000000000000" pitchFamily="50" charset="0"/>
              </a:rPr>
              <a:t>crimsonlogic.com</a:t>
            </a:r>
            <a:endParaRPr lang="en-GB" sz="1000" kern="100" spc="0">
              <a:latin typeface="Silka SemiBold" panose="00000700000000000000" pitchFamily="50" charset="0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D2AF5828-D835-73EF-48E8-ED8B21C96C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9A5F68-FF10-C9D8-163D-6F10CFD9BF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0" y="6336792"/>
            <a:ext cx="27432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r">
              <a:buNone/>
              <a:defRPr sz="10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date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526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55E9AE-33D6-580D-4A98-26C9941D6C5E}"/>
              </a:ext>
            </a:extLst>
          </p:cNvPr>
          <p:cNvSpPr txBox="1"/>
          <p:nvPr userDrawn="1"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>
                <a:solidFill>
                  <a:srgbClr val="FF0000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>
                <a:latin typeface="Silka SemiBold" panose="00000700000000000000" pitchFamily="50" charset="0"/>
              </a:rPr>
              <a:t>crimsonlogic.com</a:t>
            </a:r>
            <a:endParaRPr lang="en-GB" sz="1000" kern="100" spc="0">
              <a:latin typeface="Silka SemiBold" panose="00000700000000000000" pitchFamily="50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AC22A59-ADA5-3A7D-F178-7FD062947B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0"/>
            <a:ext cx="6035040" cy="61555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0" spc="-180" baseline="0"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divider title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409196-5E28-D7EA-0CA6-837E69DBD9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330" b="1330"/>
          <a:stretch/>
        </p:blipFill>
        <p:spPr>
          <a:xfrm>
            <a:off x="6825721" y="0"/>
            <a:ext cx="4742025" cy="6858000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0A4C7F4-931E-B583-1213-72C9E29BADE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648F4A8-F495-6EE8-F7C1-96510CAB7246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>
                <a:solidFill>
                  <a:schemeClr val="tx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tx1"/>
                </a:solidFill>
              </a:rPr>
              <a:pPr/>
              <a:t>‹#›</a:t>
            </a:fld>
            <a:endParaRPr lang="en-GB" sz="1000" spc="-50" baseline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659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7FA08E-ECD9-7B7F-C147-B4A9CA7F9328}"/>
              </a:ext>
            </a:extLst>
          </p:cNvPr>
          <p:cNvSpPr txBox="1"/>
          <p:nvPr userDrawn="1"/>
        </p:nvSpPr>
        <p:spPr>
          <a:xfrm>
            <a:off x="603504" y="6099048"/>
            <a:ext cx="556459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0">
                <a:solidFill>
                  <a:schemeClr val="bg1"/>
                </a:solidFill>
                <a:latin typeface="Silka SemiBold" panose="00000700000000000000" pitchFamily="50" charset="0"/>
              </a:rPr>
              <a:t>Simpler trade. Smarter tech.  </a:t>
            </a:r>
            <a:r>
              <a:rPr lang="en-US" sz="1000" kern="100" spc="0">
                <a:latin typeface="Silka SemiBold" panose="00000700000000000000" pitchFamily="50" charset="0"/>
              </a:rPr>
              <a:t>crimsonlogic.com</a:t>
            </a:r>
            <a:endParaRPr lang="en-GB" sz="1000" kern="100" spc="0">
              <a:latin typeface="Silka SemiBold" panose="00000700000000000000" pitchFamily="50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0E24CAE-66E7-EE3F-35A5-0C8C7A61AA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3504" y="3429000"/>
            <a:ext cx="6035040" cy="61555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4000" spc="-18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Section divider title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CF50CFA-36C5-E81B-7C3E-61B7A02FB8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330" b="1330"/>
          <a:stretch/>
        </p:blipFill>
        <p:spPr>
          <a:xfrm>
            <a:off x="6825721" y="1"/>
            <a:ext cx="4742025" cy="6858000"/>
          </a:xfrm>
          <a:prstGeom prst="rect">
            <a:avLst/>
          </a:prstGeom>
        </p:spPr>
      </p:pic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BFAB7E4-3DE2-96F5-0A0F-9F7B8D174E9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E6584E7-5870-E036-B583-342B15867F95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>
                <a:solidFill>
                  <a:schemeClr val="bg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bg1"/>
                </a:solidFill>
              </a:rPr>
              <a:pPr/>
              <a:t>‹#›</a:t>
            </a:fld>
            <a:endParaRPr lang="en-GB" sz="1000" spc="-50" baseline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00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4FA9E1A-F8C5-54E2-5522-92A953B61E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2" y="301752"/>
            <a:ext cx="11585448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800" spc="-100" baseline="0">
                <a:solidFill>
                  <a:schemeClr val="tx2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Slide title in Silka Regular</a:t>
            </a:r>
            <a:endParaRPr lang="en-GB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BF18BCC-754B-90E3-EF2C-A0D3FBC2B2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200" spc="-20" baseline="0">
                <a:solidFill>
                  <a:schemeClr val="tx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GB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1FFC23C-ADB9-E277-4CEB-FA10B2A41C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4" y="3094028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  <a:defRPr sz="1200" spc="-20" baseline="0">
                <a:solidFill>
                  <a:schemeClr val="tx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GB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67B9BDA-A4D2-10F6-BAEC-961FD2CD8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752" y="6245942"/>
            <a:ext cx="1143000" cy="310306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CE9CBAD-7A67-BD68-9F47-288004FEE628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>
                <a:solidFill>
                  <a:schemeClr val="tx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tx1"/>
                </a:solidFill>
              </a:rPr>
              <a:pPr/>
              <a:t>‹#›</a:t>
            </a:fld>
            <a:endParaRPr lang="en-GB" sz="1000" spc="-50" baseline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74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41B75B3-A8A6-0D2C-471E-3FD27B7AC4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2" y="301752"/>
            <a:ext cx="11585448" cy="43088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800" spc="-10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Slide title in Silka Regular</a:t>
            </a:r>
            <a:endParaRPr lang="en-GB"/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F1E8ED60-347B-200F-5807-AF43D7A7A3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752" y="6245941"/>
            <a:ext cx="1143000" cy="310307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15B8A58-5AFD-D2F3-178E-CA8C9E7A00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1200" spc="-2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76C1FE3-03DA-4EBD-CCA5-BECEEFC676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3504" y="3094028"/>
            <a:ext cx="5734465" cy="168251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  <a:defRPr sz="1200" spc="-20" baseline="0">
                <a:solidFill>
                  <a:schemeClr val="bg1"/>
                </a:solidFill>
                <a:latin typeface="Silka" panose="00000500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GB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43DFCC9-FB7A-0E75-B766-66EA23CD184F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>
                <a:solidFill>
                  <a:schemeClr val="bg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bg1"/>
                </a:solidFill>
              </a:rPr>
              <a:pPr/>
              <a:t>‹#›</a:t>
            </a:fld>
            <a:endParaRPr lang="en-GB" sz="1000" spc="-50" baseline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83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720C7-23CE-B5E1-85AA-76E4384E38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1" y="301752"/>
            <a:ext cx="11585448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-50" baseline="0">
                <a:solidFill>
                  <a:schemeClr val="tx1"/>
                </a:solidFill>
                <a:latin typeface="Silka Bold" panose="00000800000000000000" pitchFamily="50" charset="0"/>
              </a:defRPr>
            </a:lvl1pPr>
            <a:lvl2pPr>
              <a:defRPr sz="2000">
                <a:latin typeface="Silka Bold" panose="00000800000000000000" pitchFamily="50" charset="0"/>
              </a:defRPr>
            </a:lvl2pPr>
            <a:lvl3pPr>
              <a:defRPr sz="1800">
                <a:latin typeface="Silka Bold" panose="00000800000000000000" pitchFamily="50" charset="0"/>
              </a:defRPr>
            </a:lvl3pPr>
            <a:lvl4pPr>
              <a:defRPr sz="1600">
                <a:latin typeface="Silka Bold" panose="00000800000000000000" pitchFamily="50" charset="0"/>
              </a:defRPr>
            </a:lvl4pPr>
            <a:lvl5pPr>
              <a:defRPr sz="1600">
                <a:latin typeface="Silka Bold" panose="00000800000000000000" pitchFamily="50" charset="0"/>
              </a:defRPr>
            </a:lvl5pPr>
          </a:lstStyle>
          <a:p>
            <a:pPr lvl="0"/>
            <a:r>
              <a:rPr lang="en-US"/>
              <a:t>Action headline</a:t>
            </a:r>
            <a:br>
              <a:rPr lang="en-US"/>
            </a:br>
            <a:r>
              <a:rPr lang="en-US"/>
              <a:t>Benefit headline</a:t>
            </a:r>
            <a:endParaRPr lang="en-GB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89B7799-E513-E06B-99A2-A94CC352A93A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>
                <a:solidFill>
                  <a:schemeClr val="tx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tx1"/>
                </a:solidFill>
              </a:rPr>
              <a:pPr/>
              <a:t>‹#›</a:t>
            </a:fld>
            <a:endParaRPr lang="en-GB" sz="1000" spc="-50" baseline="0">
              <a:solidFill>
                <a:schemeClr val="tx1"/>
              </a:solidFill>
            </a:endParaRP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EF1BEAE-8E29-6665-DB98-915171C830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752" y="6245942"/>
            <a:ext cx="1143000" cy="31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815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045BCBB-A879-8EA4-4997-4B1D08E506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752" y="301752"/>
            <a:ext cx="11585448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600" spc="-50" baseline="0">
                <a:solidFill>
                  <a:schemeClr val="bg1"/>
                </a:solidFill>
                <a:latin typeface="Silka Bold" panose="00000800000000000000" pitchFamily="50" charset="0"/>
              </a:defRPr>
            </a:lvl1pPr>
            <a:lvl2pPr>
              <a:defRPr sz="2000">
                <a:latin typeface="Silka Bold" panose="00000800000000000000" pitchFamily="50" charset="0"/>
              </a:defRPr>
            </a:lvl2pPr>
            <a:lvl3pPr>
              <a:defRPr sz="1800">
                <a:latin typeface="Silka Bold" panose="00000800000000000000" pitchFamily="50" charset="0"/>
              </a:defRPr>
            </a:lvl3pPr>
            <a:lvl4pPr>
              <a:defRPr sz="1600">
                <a:latin typeface="Silka Bold" panose="00000800000000000000" pitchFamily="50" charset="0"/>
              </a:defRPr>
            </a:lvl4pPr>
            <a:lvl5pPr>
              <a:defRPr sz="1600">
                <a:latin typeface="Silka Bold" panose="00000800000000000000" pitchFamily="50" charset="0"/>
              </a:defRPr>
            </a:lvl5pPr>
          </a:lstStyle>
          <a:p>
            <a:pPr lvl="0"/>
            <a:r>
              <a:rPr lang="en-US"/>
              <a:t>Action headline</a:t>
            </a:r>
            <a:br>
              <a:rPr lang="en-US"/>
            </a:br>
            <a:r>
              <a:rPr lang="en-US"/>
              <a:t>Benefit headline</a:t>
            </a:r>
            <a:endParaRPr lang="en-GB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613FA564-5552-6B59-168B-9EA51DEC205A}"/>
              </a:ext>
            </a:extLst>
          </p:cNvPr>
          <p:cNvSpPr txBox="1">
            <a:spLocks/>
          </p:cNvSpPr>
          <p:nvPr userDrawn="1"/>
        </p:nvSpPr>
        <p:spPr>
          <a:xfrm>
            <a:off x="9144000" y="6402360"/>
            <a:ext cx="2743200" cy="153888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spc="-50" baseline="0">
                <a:solidFill>
                  <a:schemeClr val="bg1"/>
                </a:solidFill>
              </a:rPr>
              <a:t>Page </a:t>
            </a:r>
            <a:fld id="{D253F943-DE42-462D-A682-37B11F57643F}" type="slidenum">
              <a:rPr lang="en-GB" sz="1000" spc="-50" baseline="0" smtClean="0">
                <a:solidFill>
                  <a:schemeClr val="bg1"/>
                </a:solidFill>
              </a:rPr>
              <a:pPr/>
              <a:t>‹#›</a:t>
            </a:fld>
            <a:endParaRPr lang="en-GB" sz="1000" spc="-50" baseline="0">
              <a:solidFill>
                <a:schemeClr val="bg1"/>
              </a:solidFill>
            </a:endParaRP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0FA14887-605C-BFCF-62A6-07AF46B50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752" y="6245941"/>
            <a:ext cx="1143000" cy="31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15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B433126-70BA-8773-EEDF-55CD3AA637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752" y="6245942"/>
            <a:ext cx="1143000" cy="31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6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EE862C4E-8D13-EE0D-8891-00CF923C61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752" y="6245941"/>
            <a:ext cx="1143000" cy="31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48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w/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10933A7-DA93-27AE-1069-176DAC1CCAE8}"/>
              </a:ext>
            </a:extLst>
          </p:cNvPr>
          <p:cNvSpPr txBox="1"/>
          <p:nvPr userDrawn="1"/>
        </p:nvSpPr>
        <p:spPr>
          <a:xfrm>
            <a:off x="8558784" y="5980176"/>
            <a:ext cx="302833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800" spc="-80">
                <a:solidFill>
                  <a:schemeClr val="tx2"/>
                </a:solidFill>
                <a:latin typeface="Silka SemiBold" panose="00000700000000000000" pitchFamily="50" charset="0"/>
              </a:rPr>
              <a:t>Simpler trade. Smarter tech.</a:t>
            </a:r>
            <a:endParaRPr lang="en-GB" sz="1800" spc="-80">
              <a:solidFill>
                <a:schemeClr val="tx2"/>
              </a:solidFill>
              <a:latin typeface="Silka SemiBold" panose="00000700000000000000" pitchFamily="50" charset="0"/>
            </a:endParaRP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3FCDF8A-F1CD-04B8-D0C9-0325EF5EB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F67B599-8D36-359F-D0EA-49E9953D21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480" y="603504"/>
            <a:ext cx="7752344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74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0D86C5-5174-0813-8BD2-01385AAC5CBF}"/>
              </a:ext>
            </a:extLst>
          </p:cNvPr>
          <p:cNvSpPr txBox="1"/>
          <p:nvPr userDrawn="1"/>
        </p:nvSpPr>
        <p:spPr>
          <a:xfrm>
            <a:off x="603504" y="6099048"/>
            <a:ext cx="916559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kern="100" spc="-10">
                <a:latin typeface="Silka SemiBold" panose="00000700000000000000" pitchFamily="50" charset="0"/>
              </a:rPr>
              <a:t>CrimsonLogic Pte Ltd</a:t>
            </a:r>
            <a:r>
              <a:rPr lang="en-US" sz="1000" kern="100" spc="-10">
                <a:latin typeface="Silka" panose="00000500000000000000" pitchFamily="50" charset="0"/>
              </a:rPr>
              <a:t>  31 Science Park Road, The Crimson, Singapore 117611    T +65 6887 7888    crimsonlogic.com</a:t>
            </a:r>
            <a:endParaRPr lang="en-GB" sz="1000" kern="100" spc="-10">
              <a:latin typeface="Silka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933A7-DA93-27AE-1069-176DAC1CCAE8}"/>
              </a:ext>
            </a:extLst>
          </p:cNvPr>
          <p:cNvSpPr txBox="1"/>
          <p:nvPr userDrawn="1"/>
        </p:nvSpPr>
        <p:spPr>
          <a:xfrm>
            <a:off x="603504" y="5695542"/>
            <a:ext cx="64929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spc="-80">
                <a:solidFill>
                  <a:schemeClr val="tx2"/>
                </a:solidFill>
                <a:latin typeface="Silka SemiBold" panose="00000700000000000000" pitchFamily="50" charset="0"/>
              </a:rPr>
              <a:t>Simpler trade. Smarter tech.</a:t>
            </a:r>
            <a:endParaRPr lang="en-GB" sz="2000" spc="-80">
              <a:solidFill>
                <a:schemeClr val="tx2"/>
              </a:solidFill>
              <a:latin typeface="Silka SemiBold" panose="00000700000000000000" pitchFamily="50" charset="0"/>
            </a:endParaRP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0D50341-7AB7-4533-A926-9D2C6A590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504" y="603504"/>
            <a:ext cx="2825496" cy="76707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40BCC76-BC8E-63CF-8EE2-5DF930EB1A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480" y="603504"/>
            <a:ext cx="7752344" cy="49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92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759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4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54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6" r:id="rId6"/>
    <p:sldLayoutId id="2147483663" r:id="rId7"/>
    <p:sldLayoutId id="2147483667" r:id="rId8"/>
    <p:sldLayoutId id="2147483664" r:id="rId9"/>
    <p:sldLayoutId id="2147483665" r:id="rId10"/>
    <p:sldLayoutId id="2147483662" r:id="rId11"/>
    <p:sldLayoutId id="2147483661" r:id="rId12"/>
    <p:sldLayoutId id="2147483655" r:id="rId13"/>
    <p:sldLayoutId id="214748366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javase/javase8-archive-download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420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tbrains.com/idea/download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AD8B9-FDC5-E1D9-EF30-001790C4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3503" y="2813450"/>
            <a:ext cx="6591953" cy="1231106"/>
          </a:xfrm>
        </p:spPr>
        <p:txBody>
          <a:bodyPr anchor="ctr"/>
          <a:lstStyle/>
          <a:p>
            <a:r>
              <a:rPr lang="en-US" dirty="0">
                <a:solidFill>
                  <a:srgbClr val="D71635"/>
                </a:solidFill>
                <a:latin typeface="Century Gothic" pitchFamily="34" charset="0"/>
              </a:rPr>
              <a:t>GTOS SOFTWARES INSTALLATION GUIDE</a:t>
            </a:r>
            <a:endParaRPr lang="en-SG" dirty="0">
              <a:solidFill>
                <a:srgbClr val="D71635"/>
              </a:solidFill>
              <a:latin typeface="Century Gothic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68789C-B177-B4DE-DD5C-6444D26AB2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0" y="6400800"/>
            <a:ext cx="2743200" cy="138499"/>
          </a:xfrm>
        </p:spPr>
        <p:txBody>
          <a:bodyPr/>
          <a:lstStyle/>
          <a:p>
            <a:r>
              <a:rPr lang="en-US" dirty="0"/>
              <a:t>10 September 2024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865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C55641-8C94-3461-9026-48E563919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effectLst/>
        </p:spPr>
        <p:txBody>
          <a:bodyPr/>
          <a:lstStyle/>
          <a:p>
            <a:r>
              <a:rPr lang="en-IN" b="1" dirty="0"/>
              <a:t>Java 1.8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25907B8-87CA-1626-6A7D-5B1C0EB694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4390" y="948763"/>
            <a:ext cx="12176325" cy="1682511"/>
          </a:xfrm>
        </p:spPr>
        <p:txBody>
          <a:bodyPr/>
          <a:lstStyle/>
          <a:p>
            <a:r>
              <a:rPr lang="en-IN" sz="1600" dirty="0"/>
              <a:t>1️⃣ Download JDK 8</a:t>
            </a:r>
            <a:br>
              <a:rPr lang="en-IN" sz="1600" dirty="0"/>
            </a:br>
            <a:r>
              <a:rPr lang="en-IN" sz="1600" dirty="0"/>
              <a:t>• Visit https://adoptium.net → Choose Temurin 8 (Windows x64) → Download .msi installer or download from </a:t>
            </a:r>
            <a:r>
              <a:rPr lang="en-IN" sz="1600" dirty="0">
                <a:hlinkClick r:id="rId3"/>
              </a:rPr>
              <a:t>https://www.oracle.com/java/technologies/javase/javase8-archive-downloads.html</a:t>
            </a:r>
            <a:r>
              <a:rPr lang="en-IN" sz="1600" dirty="0"/>
              <a:t> with logging in to oracle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2️⃣ Install JDK</a:t>
            </a:r>
            <a:br>
              <a:rPr lang="en-IN" sz="1600" dirty="0"/>
            </a:br>
            <a:r>
              <a:rPr lang="en-IN" sz="1600" dirty="0"/>
              <a:t>• Run installer → Follow wizard → Install to C:\Program Files\Java\jdk1.8.0_xxx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3️⃣ Set Environment Variables</a:t>
            </a:r>
            <a:br>
              <a:rPr lang="en-IN" sz="1600" dirty="0"/>
            </a:br>
            <a:r>
              <a:rPr lang="en-IN" sz="1600" dirty="0"/>
              <a:t>• Right-click This PC → Properties → Advanced System Settings → Environment Variables</a:t>
            </a:r>
            <a:br>
              <a:rPr lang="en-IN" sz="1600" dirty="0"/>
            </a:br>
            <a:r>
              <a:rPr lang="en-IN" sz="1600" dirty="0"/>
              <a:t>• New System Variable:</a:t>
            </a:r>
            <a:br>
              <a:rPr lang="en-IN" sz="1600" dirty="0"/>
            </a:br>
            <a:r>
              <a:rPr lang="en-IN" sz="1600" dirty="0"/>
              <a:t>    Name: JAVA_HOME</a:t>
            </a:r>
            <a:br>
              <a:rPr lang="en-IN" sz="1600" dirty="0"/>
            </a:br>
            <a:r>
              <a:rPr lang="en-IN" sz="1600" dirty="0"/>
              <a:t>    Value: C:\Program Files\Java\jdk1.8.0_xxx</a:t>
            </a:r>
            <a:br>
              <a:rPr lang="en-IN" sz="1600" dirty="0"/>
            </a:br>
            <a:r>
              <a:rPr lang="en-IN" sz="1600" dirty="0"/>
              <a:t>• Edit Path → Add: %JAVA_HOME%\bin</a:t>
            </a:r>
            <a:br>
              <a:rPr lang="en-IN" sz="1600" dirty="0"/>
            </a:br>
            <a:br>
              <a:rPr lang="en-IN" sz="1600" dirty="0"/>
            </a:br>
            <a:r>
              <a:rPr lang="en-IN" sz="1600" dirty="0"/>
              <a:t>4️⃣ Verify Installation</a:t>
            </a:r>
            <a:br>
              <a:rPr lang="en-IN" sz="1600" dirty="0"/>
            </a:br>
            <a:r>
              <a:rPr lang="en-IN" sz="1600" dirty="0"/>
              <a:t>• Open Command Prompt → Run:</a:t>
            </a:r>
            <a:br>
              <a:rPr lang="en-IN" sz="1600" dirty="0"/>
            </a:br>
            <a:r>
              <a:rPr lang="en-IN" sz="1600" dirty="0"/>
              <a:t>    java -version</a:t>
            </a:r>
            <a:br>
              <a:rPr lang="en-IN" sz="1600" dirty="0"/>
            </a:br>
            <a:r>
              <a:rPr lang="en-IN" sz="1600" dirty="0"/>
              <a:t>    javac -version</a:t>
            </a:r>
            <a:br>
              <a:rPr lang="en-IN" sz="1600" dirty="0"/>
            </a:br>
            <a:r>
              <a:rPr lang="en-IN" sz="1600" dirty="0"/>
              <a:t>• ✅ Output: java version "1.8.0_XXX"</a:t>
            </a:r>
            <a:br>
              <a:rPr lang="en-IN" sz="1600" dirty="0"/>
            </a:b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28633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70B63-1365-5F02-F762-C5EC2B2E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2F01D7-6316-3F16-39F4-DFD2D80881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  <a:effectLst/>
        </p:spPr>
        <p:txBody>
          <a:bodyPr/>
          <a:lstStyle/>
          <a:p>
            <a:r>
              <a:rPr lang="en-GB" b="1" dirty="0"/>
              <a:t>NodeJS &amp; npm installation</a:t>
            </a:r>
            <a:endParaRPr lang="en-IN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6123EA4-9F74-0125-2215-35F8463E20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10870039" cy="1682511"/>
          </a:xfrm>
        </p:spPr>
        <p:txBody>
          <a:bodyPr/>
          <a:lstStyle/>
          <a:p>
            <a:r>
              <a:rPr lang="en-IN" sz="2000" b="1" dirty="0"/>
              <a:t>1️⃣ Download</a:t>
            </a:r>
            <a:endParaRPr lang="en-IN" sz="2000" dirty="0"/>
          </a:p>
          <a:p>
            <a:r>
              <a:rPr lang="en-IN" sz="2000" dirty="0"/>
              <a:t>Visit https://nodejs.org → Download </a:t>
            </a:r>
            <a:r>
              <a:rPr lang="en-IN" sz="2000" i="1" dirty="0"/>
              <a:t>LTS (Recommended)</a:t>
            </a:r>
            <a:r>
              <a:rPr lang="en-IN" sz="2000" dirty="0"/>
              <a:t> Windows Installer (.msi)</a:t>
            </a:r>
          </a:p>
          <a:p>
            <a:r>
              <a:rPr lang="en-IN" sz="2000" b="1" dirty="0"/>
              <a:t>2️⃣ Install</a:t>
            </a:r>
            <a:endParaRPr lang="en-IN" sz="2000" dirty="0"/>
          </a:p>
          <a:p>
            <a:r>
              <a:rPr lang="en-IN" sz="2000" dirty="0"/>
              <a:t>Run installer → Follow wizard → Keep “Add to PATH” checked → Finish</a:t>
            </a:r>
          </a:p>
          <a:p>
            <a:r>
              <a:rPr lang="en-IN" sz="2000" b="1" dirty="0"/>
              <a:t>3️⃣ Verify Installation</a:t>
            </a:r>
            <a:endParaRPr lang="en-IN" sz="2000" dirty="0"/>
          </a:p>
          <a:p>
            <a:r>
              <a:rPr lang="en-IN" sz="2000" dirty="0"/>
              <a:t>Open </a:t>
            </a:r>
            <a:r>
              <a:rPr lang="en-IN" sz="2000" i="1" dirty="0"/>
              <a:t>Command Prompt</a:t>
            </a:r>
            <a:r>
              <a:rPr lang="en-IN" sz="2000" dirty="0"/>
              <a:t> →</a:t>
            </a:r>
          </a:p>
          <a:p>
            <a:pPr lvl="1"/>
            <a:r>
              <a:rPr lang="en-IN" sz="2000" i="1" dirty="0"/>
              <a:t>node -v</a:t>
            </a:r>
          </a:p>
          <a:p>
            <a:pPr lvl="1"/>
            <a:r>
              <a:rPr lang="en-IN" sz="2000" i="1" dirty="0"/>
              <a:t>npm -v</a:t>
            </a:r>
          </a:p>
          <a:p>
            <a:r>
              <a:rPr lang="en-IN" sz="2000" dirty="0"/>
              <a:t>✅ Outputs show Node &amp; npm versions</a:t>
            </a:r>
          </a:p>
          <a:p>
            <a:r>
              <a:rPr lang="en-IN" sz="2000" b="1" dirty="0"/>
              <a:t>4️⃣ (Optional)</a:t>
            </a:r>
            <a:endParaRPr lang="en-IN" sz="2000" dirty="0"/>
          </a:p>
          <a:p>
            <a:r>
              <a:rPr lang="en-IN" sz="2000" dirty="0"/>
              <a:t>Update npm →</a:t>
            </a:r>
          </a:p>
          <a:p>
            <a:r>
              <a:rPr lang="en-IN" sz="2000" dirty="0"/>
              <a:t>      npm install -g npm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3247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B2404-8FD0-E5FF-FB68-ACBA80DD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62F50E-95E2-0820-AFDB-27E2784E8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  <a:effectLst/>
        </p:spPr>
        <p:txBody>
          <a:bodyPr/>
          <a:lstStyle/>
          <a:p>
            <a:r>
              <a:rPr lang="en-IN" b="1" dirty="0" err="1"/>
              <a:t>AngularCLI</a:t>
            </a:r>
            <a:r>
              <a:rPr lang="en-IN" b="1" dirty="0"/>
              <a:t> installation</a:t>
            </a:r>
            <a:endParaRPr lang="en-IN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FB9C968-A845-E6A8-3FE8-148C0D9C53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10445496" cy="1682511"/>
          </a:xfrm>
        </p:spPr>
        <p:txBody>
          <a:bodyPr/>
          <a:lstStyle/>
          <a:p>
            <a:r>
              <a:rPr lang="en-IN" sz="2000" b="1" dirty="0"/>
              <a:t>1️⃣ Install Node &amp; npm first</a:t>
            </a:r>
            <a:r>
              <a:rPr lang="en-IN" sz="2000" dirty="0"/>
              <a:t> (see previous slide)</a:t>
            </a:r>
          </a:p>
          <a:p>
            <a:r>
              <a:rPr lang="en-IN" sz="2000" b="1" dirty="0"/>
              <a:t>2️⃣ Install AngularJS CLI (global)</a:t>
            </a:r>
            <a:endParaRPr lang="en-IN" sz="2000" dirty="0"/>
          </a:p>
          <a:p>
            <a:pPr lvl="1"/>
            <a:r>
              <a:rPr lang="en-IN" sz="2000" i="1" dirty="0"/>
              <a:t>npm install -g angular</a:t>
            </a:r>
          </a:p>
          <a:p>
            <a:pPr lvl="1"/>
            <a:r>
              <a:rPr lang="en-IN" sz="2000" i="1" dirty="0"/>
              <a:t>npm install -g @angular/cli   ← (for modern Angular projects)</a:t>
            </a:r>
          </a:p>
          <a:p>
            <a:r>
              <a:rPr lang="en-IN" sz="2000" b="1" dirty="0"/>
              <a:t>3️⃣ Create Sample Project</a:t>
            </a:r>
            <a:endParaRPr lang="en-IN" sz="2000" dirty="0"/>
          </a:p>
          <a:p>
            <a:pPr lvl="1"/>
            <a:r>
              <a:rPr lang="en-IN" sz="2000" i="1" dirty="0"/>
              <a:t>ng new myApp</a:t>
            </a:r>
          </a:p>
          <a:p>
            <a:pPr lvl="1"/>
            <a:r>
              <a:rPr lang="en-IN" sz="2000" i="1" dirty="0"/>
              <a:t>cd myApp</a:t>
            </a:r>
          </a:p>
          <a:p>
            <a:pPr lvl="1"/>
            <a:r>
              <a:rPr lang="en-IN" sz="2000" i="1" dirty="0"/>
              <a:t>ng serve</a:t>
            </a:r>
          </a:p>
          <a:p>
            <a:r>
              <a:rPr lang="en-IN" sz="2000" dirty="0"/>
              <a:t>🌐 Open browser → </a:t>
            </a:r>
            <a:r>
              <a:rPr lang="en-IN" sz="2000" dirty="0">
                <a:hlinkClick r:id="rId3"/>
              </a:rPr>
              <a:t>http://localhost:4200</a:t>
            </a:r>
            <a:endParaRPr lang="en-IN" sz="2000" dirty="0"/>
          </a:p>
          <a:p>
            <a:r>
              <a:rPr lang="en-IN" sz="2000" b="1" dirty="0"/>
              <a:t>4️⃣ Verify</a:t>
            </a:r>
            <a:endParaRPr lang="en-IN" sz="2000" dirty="0"/>
          </a:p>
          <a:p>
            <a:r>
              <a:rPr lang="en-IN" sz="2000" dirty="0"/>
              <a:t>App runs successfully in browser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05332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91C1-1447-DBFC-EE45-045E5B9C3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32B918-4032-F260-6DA5-0A46DF24C9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  <a:effectLst/>
        </p:spPr>
        <p:txBody>
          <a:bodyPr/>
          <a:lstStyle/>
          <a:p>
            <a:r>
              <a:rPr lang="en-IN" b="1" dirty="0"/>
              <a:t>AngularJS</a:t>
            </a:r>
            <a:endParaRPr lang="en-IN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15B2DE1-40A3-0E3B-76A4-0B8A78C965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11131296" cy="1682511"/>
          </a:xfrm>
        </p:spPr>
        <p:txBody>
          <a:bodyPr/>
          <a:lstStyle/>
          <a:p>
            <a:r>
              <a:rPr lang="en-GB" sz="2000" dirty="0"/>
              <a:t>To enable AngularJS in your application, include the AngularJS script in your HTML or JavaScript files using one of the following methods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GB" sz="2000" b="1" u="sng" dirty="0"/>
              <a:t>Option A: Local Reference</a:t>
            </a:r>
            <a:br>
              <a:rPr lang="en-GB" sz="2000" dirty="0"/>
            </a:br>
            <a:r>
              <a:rPr lang="en-GB" sz="2000" dirty="0"/>
              <a:t>Download the AngularJS library and place it in your project directory. Then, reference it as shown below</a:t>
            </a:r>
          </a:p>
          <a:p>
            <a:r>
              <a:rPr lang="en-GB" sz="2000" i="1" dirty="0"/>
              <a:t>&lt;script src="path/to/angular.min.js"&gt;&lt;/script&gt; </a:t>
            </a:r>
          </a:p>
          <a:p>
            <a:r>
              <a:rPr lang="en-GB" sz="2000" dirty="0"/>
              <a:t>Or </a:t>
            </a:r>
          </a:p>
          <a:p>
            <a:r>
              <a:rPr lang="en-IN" sz="2000" b="1" u="sng" dirty="0"/>
              <a:t>Option B: CDN Reference</a:t>
            </a:r>
          </a:p>
          <a:p>
            <a:r>
              <a:rPr lang="en-GB" sz="2000" dirty="0"/>
              <a:t>Use a Content Delivery Network (CDN) to include AngularJS directly:</a:t>
            </a:r>
            <a:endParaRPr lang="en-IN" sz="2000" b="1" u="sng" dirty="0"/>
          </a:p>
          <a:p>
            <a:r>
              <a:rPr lang="en-GB" sz="2000" dirty="0"/>
              <a:t>&lt;script src="https://ajax.googleapis.com/ajax/libs/angularjs/1.2.15/angular.min.js"&gt;&lt;/script&gt;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7362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C55641-8C94-3461-9026-48E563919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  <a:effectLst/>
        </p:spPr>
        <p:txBody>
          <a:bodyPr/>
          <a:lstStyle/>
          <a:p>
            <a:r>
              <a:rPr lang="en-IN" b="1" dirty="0"/>
              <a:t>Visual Studio Code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235DCB1-B887-5AB2-9A88-D771334293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10445496" cy="1682511"/>
          </a:xfrm>
        </p:spPr>
        <p:txBody>
          <a:bodyPr/>
          <a:lstStyle/>
          <a:p>
            <a:r>
              <a:rPr lang="en-IN" sz="2000" b="1" dirty="0"/>
              <a:t>1️⃣ Download VS Code</a:t>
            </a:r>
            <a:endParaRPr lang="en-IN" sz="2000" dirty="0"/>
          </a:p>
          <a:p>
            <a:r>
              <a:rPr lang="en-IN" sz="2000" dirty="0"/>
              <a:t>Open browser → Go to 👉 </a:t>
            </a:r>
            <a:r>
              <a:rPr lang="en-IN" sz="2000" dirty="0">
                <a:hlinkClick r:id="rId2"/>
              </a:rPr>
              <a:t>https://code.visualstudio.com/Download</a:t>
            </a:r>
            <a:endParaRPr lang="en-IN" sz="2000" dirty="0"/>
          </a:p>
          <a:p>
            <a:r>
              <a:rPr lang="en-IN" sz="2000" dirty="0"/>
              <a:t>Under </a:t>
            </a:r>
            <a:r>
              <a:rPr lang="en-IN" sz="2000" i="1" dirty="0"/>
              <a:t>Windows</a:t>
            </a:r>
            <a:r>
              <a:rPr lang="en-IN" sz="2000" dirty="0"/>
              <a:t>, click </a:t>
            </a:r>
            <a:r>
              <a:rPr lang="en-IN" sz="2000" b="1" dirty="0"/>
              <a:t>User Installer (64-bit)</a:t>
            </a:r>
            <a:endParaRPr lang="en-IN" sz="2000" dirty="0"/>
          </a:p>
          <a:p>
            <a:r>
              <a:rPr lang="en-IN" sz="2000" b="1" dirty="0"/>
              <a:t>2️⃣ Run the Installer</a:t>
            </a:r>
            <a:endParaRPr lang="en-IN" sz="2000" dirty="0"/>
          </a:p>
          <a:p>
            <a:r>
              <a:rPr lang="en-IN" sz="2000" dirty="0"/>
              <a:t>Locate file (e.g., VSCodeUserSetup-x64-1.xx.x.exe) in </a:t>
            </a:r>
            <a:r>
              <a:rPr lang="en-IN" sz="2000" i="1" dirty="0"/>
              <a:t>Downloads</a:t>
            </a:r>
            <a:endParaRPr lang="en-IN" sz="2000" dirty="0"/>
          </a:p>
          <a:p>
            <a:r>
              <a:rPr lang="en-IN" sz="2000" dirty="0"/>
              <a:t>Double-click to launch setup wizard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5972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91A9A-54C9-8D06-BA8E-02952814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76210B-7B8D-EE98-91F2-BFCEE8C7E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  <a:effectLst/>
        </p:spPr>
        <p:txBody>
          <a:bodyPr/>
          <a:lstStyle/>
          <a:p>
            <a:r>
              <a:rPr lang="en-IN" b="1" dirty="0"/>
              <a:t>Visual Studio Code (Contd..)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8D855B5-6290-2BB9-F4CB-6E4657272A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504" y="1188249"/>
            <a:ext cx="10445496" cy="1682511"/>
          </a:xfrm>
        </p:spPr>
        <p:txBody>
          <a:bodyPr/>
          <a:lstStyle/>
          <a:p>
            <a:r>
              <a:rPr lang="en-IN" sz="1900" b="1" dirty="0"/>
              <a:t>3️⃣ Follow Setup Wizard Steps</a:t>
            </a:r>
            <a:endParaRPr lang="en-IN" sz="1900" dirty="0"/>
          </a:p>
          <a:p>
            <a:r>
              <a:rPr lang="en-IN" sz="1900" dirty="0"/>
              <a:t>Accept </a:t>
            </a:r>
            <a:r>
              <a:rPr lang="en-IN" sz="1900" b="1" dirty="0"/>
              <a:t>License Agreement</a:t>
            </a:r>
            <a:r>
              <a:rPr lang="en-IN" sz="1900" dirty="0"/>
              <a:t> → </a:t>
            </a:r>
            <a:r>
              <a:rPr lang="en-IN" sz="1900" i="1" dirty="0"/>
              <a:t>Next</a:t>
            </a:r>
            <a:endParaRPr lang="en-IN" sz="1900" dirty="0"/>
          </a:p>
          <a:p>
            <a:r>
              <a:rPr lang="en-IN" sz="1900" dirty="0"/>
              <a:t>Installation Path → </a:t>
            </a:r>
            <a:r>
              <a:rPr lang="en-IN" sz="1900" i="1" dirty="0"/>
              <a:t>Default OK</a:t>
            </a:r>
            <a:r>
              <a:rPr lang="en-IN" sz="1900" dirty="0"/>
              <a:t> (C:\Users\&lt;</a:t>
            </a:r>
            <a:r>
              <a:rPr lang="en-IN" sz="1900" dirty="0" err="1"/>
              <a:t>YourName</a:t>
            </a:r>
            <a:r>
              <a:rPr lang="en-IN" sz="1900" dirty="0"/>
              <a:t>&gt;\</a:t>
            </a:r>
            <a:r>
              <a:rPr lang="en-IN" sz="1900" dirty="0" err="1"/>
              <a:t>AppData</a:t>
            </a:r>
            <a:r>
              <a:rPr lang="en-IN" sz="1900" dirty="0"/>
              <a:t>\Local\Programs\Microsoft VS Code)</a:t>
            </a:r>
          </a:p>
          <a:p>
            <a:r>
              <a:rPr lang="en-IN" sz="1900" dirty="0"/>
              <a:t>Start Menu Folder → </a:t>
            </a:r>
            <a:r>
              <a:rPr lang="en-IN" sz="1900" i="1" dirty="0"/>
              <a:t>Default OK</a:t>
            </a:r>
            <a:endParaRPr lang="en-IN" sz="1900" dirty="0"/>
          </a:p>
          <a:p>
            <a:r>
              <a:rPr lang="en-IN" sz="1900" b="1" dirty="0"/>
              <a:t>Check Recommended Options:</a:t>
            </a:r>
            <a:endParaRPr lang="en-IN" sz="1900" dirty="0"/>
          </a:p>
          <a:p>
            <a:pPr lvl="1"/>
            <a:r>
              <a:rPr lang="en-IN" sz="1900" dirty="0"/>
              <a:t>✅ Create desktop icon</a:t>
            </a:r>
          </a:p>
          <a:p>
            <a:pPr lvl="1"/>
            <a:r>
              <a:rPr lang="en-IN" sz="1900" dirty="0"/>
              <a:t>✅ Add “Open with Code” (file context menu)</a:t>
            </a:r>
          </a:p>
          <a:p>
            <a:pPr lvl="1"/>
            <a:r>
              <a:rPr lang="en-IN" sz="1900" dirty="0"/>
              <a:t>✅ Add “Open with Code” (directory context menu)</a:t>
            </a:r>
          </a:p>
          <a:p>
            <a:pPr lvl="1"/>
            <a:r>
              <a:rPr lang="en-IN" sz="1900" dirty="0"/>
              <a:t>✅ Register Code as editor for supported file types</a:t>
            </a:r>
          </a:p>
          <a:p>
            <a:pPr lvl="1"/>
            <a:r>
              <a:rPr lang="en-IN" sz="1900" dirty="0"/>
              <a:t>✅ Add to PATH </a:t>
            </a:r>
            <a:r>
              <a:rPr lang="en-IN" sz="1900" i="1" dirty="0"/>
              <a:t>(important for code command)</a:t>
            </a:r>
            <a:endParaRPr lang="en-IN" sz="1900" dirty="0"/>
          </a:p>
          <a:p>
            <a:r>
              <a:rPr lang="en-IN" sz="1900" b="1" dirty="0"/>
              <a:t>4️⃣ Complete Installation</a:t>
            </a:r>
            <a:endParaRPr lang="en-IN" sz="1900" dirty="0"/>
          </a:p>
          <a:p>
            <a:r>
              <a:rPr lang="en-IN" sz="1900" dirty="0"/>
              <a:t>Click </a:t>
            </a:r>
            <a:r>
              <a:rPr lang="en-IN" sz="1900" b="1" dirty="0"/>
              <a:t>Install</a:t>
            </a:r>
            <a:r>
              <a:rPr lang="en-IN" sz="1900" dirty="0"/>
              <a:t> → Wait until finished</a:t>
            </a:r>
          </a:p>
          <a:p>
            <a:r>
              <a:rPr lang="en-IN" sz="1900" dirty="0"/>
              <a:t>Select </a:t>
            </a:r>
            <a:r>
              <a:rPr lang="en-IN" sz="1900" b="1" dirty="0"/>
              <a:t>Launch Visual Studio Code</a:t>
            </a:r>
            <a:r>
              <a:rPr lang="en-IN" sz="1900" dirty="0"/>
              <a:t> → Click </a:t>
            </a:r>
            <a:r>
              <a:rPr lang="en-IN" sz="1900" b="1" dirty="0"/>
              <a:t>Finish</a:t>
            </a:r>
            <a:endParaRPr lang="en-IN" sz="1900" dirty="0"/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29349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0BEC2-CF32-86E0-1D40-109105860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5A280F-0340-24DB-60F0-DB41F0C47F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  <a:effectLst/>
        </p:spPr>
        <p:txBody>
          <a:bodyPr/>
          <a:lstStyle/>
          <a:p>
            <a:r>
              <a:rPr lang="en-IN" b="1" dirty="0"/>
              <a:t>IntelliJ 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E120C-52AA-70F7-7ACC-C7E3B92301C2}"/>
              </a:ext>
            </a:extLst>
          </p:cNvPr>
          <p:cNvSpPr txBox="1"/>
          <p:nvPr/>
        </p:nvSpPr>
        <p:spPr>
          <a:xfrm>
            <a:off x="301752" y="970232"/>
            <a:ext cx="1236617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00" b="1" dirty="0"/>
              <a:t>1️⃣ Download IntelliJ IDEA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Go to 👉 </a:t>
            </a:r>
            <a:r>
              <a:rPr lang="en-IN" sz="1900" dirty="0">
                <a:hlinkClick r:id="rId2"/>
              </a:rPr>
              <a:t>https://www.jetbrains.com/idea/download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Under </a:t>
            </a:r>
            <a:r>
              <a:rPr lang="en-IN" sz="1900" b="1" dirty="0"/>
              <a:t>Community</a:t>
            </a:r>
            <a:r>
              <a:rPr lang="en-IN" sz="1900" dirty="0"/>
              <a:t>, click </a:t>
            </a:r>
            <a:r>
              <a:rPr lang="en-IN" sz="1900" b="1" dirty="0"/>
              <a:t>Download</a:t>
            </a:r>
            <a:r>
              <a:rPr lang="en-IN" sz="1900" dirty="0"/>
              <a:t> → Choose </a:t>
            </a:r>
            <a:r>
              <a:rPr lang="en-IN" sz="1900" i="1" dirty="0"/>
              <a:t>Windows (.exe, x64)</a:t>
            </a:r>
            <a:r>
              <a:rPr lang="en-IN" sz="1900" dirty="0"/>
              <a:t> installer</a:t>
            </a:r>
          </a:p>
          <a:p>
            <a:pPr>
              <a:buNone/>
            </a:pPr>
            <a:r>
              <a:rPr lang="en-IN" sz="1900" b="1" dirty="0"/>
              <a:t>2️⃣ Run the Installer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Locate file (e.g., </a:t>
            </a:r>
            <a:r>
              <a:rPr lang="en-IN" sz="1900" dirty="0">
                <a:latin typeface="Courier New" panose="02070309020205020404" pitchFamily="49" charset="0"/>
              </a:rPr>
              <a:t>ideaIC-2025.x.exe</a:t>
            </a:r>
            <a:r>
              <a:rPr lang="en-IN" sz="1900" dirty="0"/>
              <a:t>) in </a:t>
            </a:r>
            <a:r>
              <a:rPr lang="en-IN" sz="1900" i="1" dirty="0"/>
              <a:t>Downloads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Right-click → </a:t>
            </a:r>
            <a:r>
              <a:rPr lang="en-IN" sz="1900" b="1" dirty="0"/>
              <a:t>Run as Administrator</a:t>
            </a:r>
            <a:r>
              <a:rPr lang="en-IN" sz="1900" dirty="0"/>
              <a:t> </a:t>
            </a:r>
            <a:r>
              <a:rPr lang="en-IN" sz="1900" i="1" dirty="0"/>
              <a:t>(recommended)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Setup wizard opens → Click </a:t>
            </a:r>
            <a:r>
              <a:rPr lang="en-IN" sz="1900" b="1" dirty="0"/>
              <a:t>Next</a:t>
            </a:r>
            <a:endParaRPr lang="en-IN" sz="1900" dirty="0"/>
          </a:p>
          <a:p>
            <a:pPr>
              <a:buNone/>
            </a:pPr>
            <a:r>
              <a:rPr lang="en-IN" sz="1900" b="1" dirty="0"/>
              <a:t>3️⃣ Choose Installation Options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b="1" dirty="0"/>
              <a:t>Destination Folder:</a:t>
            </a:r>
            <a:r>
              <a:rPr lang="en-IN" sz="1900" dirty="0"/>
              <a:t> keep default or choose</a:t>
            </a:r>
            <a:br>
              <a:rPr lang="en-IN" sz="1900" dirty="0"/>
            </a:br>
            <a:r>
              <a:rPr lang="en-IN" sz="1900" dirty="0">
                <a:latin typeface="Courier New" panose="02070309020205020404" pitchFamily="49" charset="0"/>
              </a:rPr>
              <a:t>C:\Program Files\JetBrains\IntelliJ IDEA Community Edition 2025.x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✅ Create Desktop Shortcut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✅ Add Launchers Dir to PATH </a:t>
            </a:r>
            <a:r>
              <a:rPr lang="en-IN" sz="1900" i="1" dirty="0"/>
              <a:t>(for command-line use)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⚙️ “Open Folder as Project” in context menu </a:t>
            </a:r>
            <a:r>
              <a:rPr lang="en-IN" sz="1900" i="1" dirty="0"/>
              <a:t>(optional but useful)</a:t>
            </a:r>
            <a:endParaRPr lang="en-IN" sz="1900" dirty="0"/>
          </a:p>
          <a:p>
            <a:pPr>
              <a:buNone/>
            </a:pPr>
            <a:r>
              <a:rPr lang="en-IN" sz="1900" b="1" dirty="0"/>
              <a:t>4️⃣ Complete Installation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Click </a:t>
            </a:r>
            <a:r>
              <a:rPr lang="en-IN" sz="1900" b="1" dirty="0"/>
              <a:t>Install</a:t>
            </a:r>
            <a:r>
              <a:rPr lang="en-IN" sz="1900" dirty="0"/>
              <a:t> → Wait for setup to finish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Check </a:t>
            </a:r>
            <a:r>
              <a:rPr lang="en-IN" sz="1900" b="1" dirty="0"/>
              <a:t>Run IntelliJ IDEA</a:t>
            </a:r>
            <a:r>
              <a:rPr lang="en-IN" sz="1900" dirty="0"/>
              <a:t> → Click </a:t>
            </a:r>
            <a:r>
              <a:rPr lang="en-IN" sz="1900" b="1" dirty="0"/>
              <a:t>Finish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752927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EAFE-8437-ACF7-3AE5-1396248E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CD5C1-B5E4-04DC-379E-81DF3511DB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  <a:effectLst/>
        </p:spPr>
        <p:txBody>
          <a:bodyPr/>
          <a:lstStyle/>
          <a:p>
            <a:r>
              <a:rPr lang="en-IN" b="1" dirty="0"/>
              <a:t>Apache Maven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E29BE-C512-2B20-62E2-3263A0B5ADA3}"/>
              </a:ext>
            </a:extLst>
          </p:cNvPr>
          <p:cNvSpPr txBox="1"/>
          <p:nvPr/>
        </p:nvSpPr>
        <p:spPr>
          <a:xfrm>
            <a:off x="301752" y="872261"/>
            <a:ext cx="143939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00" b="1" dirty="0"/>
              <a:t>1️⃣ Download Maven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Go to 👉 https://maven.apache.org/download.cgi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Under </a:t>
            </a:r>
            <a:r>
              <a:rPr lang="en-IN" sz="1900" i="1" dirty="0"/>
              <a:t>Files</a:t>
            </a:r>
            <a:r>
              <a:rPr lang="en-IN" sz="1900" dirty="0"/>
              <a:t>, click </a:t>
            </a:r>
            <a:r>
              <a:rPr lang="en-IN" sz="1900" b="1" dirty="0"/>
              <a:t>Binary zip archive</a:t>
            </a:r>
            <a:r>
              <a:rPr lang="en-IN" sz="1900" dirty="0"/>
              <a:t> (e.g., </a:t>
            </a:r>
            <a:r>
              <a:rPr lang="en-IN" sz="1900" dirty="0">
                <a:latin typeface="Courier New" panose="02070309020205020404" pitchFamily="49" charset="0"/>
              </a:rPr>
              <a:t>apache-maven-3.9.x-bin.zip</a:t>
            </a:r>
            <a:r>
              <a:rPr lang="en-IN" sz="19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Save to your </a:t>
            </a:r>
            <a:r>
              <a:rPr lang="en-IN" sz="1900" i="1" dirty="0"/>
              <a:t>Downloads</a:t>
            </a:r>
            <a:r>
              <a:rPr lang="en-IN" sz="1900" dirty="0"/>
              <a:t> folder</a:t>
            </a:r>
          </a:p>
          <a:p>
            <a:pPr>
              <a:buNone/>
            </a:pPr>
            <a:r>
              <a:rPr lang="en-IN" sz="1900" b="1" dirty="0"/>
              <a:t>2️⃣ Extract Maven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Right-click ZIP → </a:t>
            </a:r>
            <a:r>
              <a:rPr lang="en-IN" sz="1900" i="1" dirty="0"/>
              <a:t>Extract All…</a:t>
            </a:r>
            <a:r>
              <a:rPr lang="en-IN" sz="1900" dirty="0"/>
              <a:t> → Choose location, e.g.</a:t>
            </a:r>
            <a:br>
              <a:rPr lang="en-IN" sz="1900" dirty="0"/>
            </a:br>
            <a:r>
              <a:rPr lang="en-IN" sz="1900" dirty="0">
                <a:latin typeface="Courier New" panose="02070309020205020404" pitchFamily="49" charset="0"/>
              </a:rPr>
              <a:t>C:\Program Files\Apache\Maven\apache-maven-3.9.x</a:t>
            </a:r>
            <a:endParaRPr lang="en-IN" sz="1900" dirty="0"/>
          </a:p>
          <a:p>
            <a:pPr>
              <a:buNone/>
            </a:pPr>
            <a:r>
              <a:rPr lang="en-IN" sz="1900" b="1" dirty="0"/>
              <a:t>3️⃣ Set Environment Variables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Right-click </a:t>
            </a:r>
            <a:r>
              <a:rPr lang="en-IN" sz="1900" i="1" dirty="0"/>
              <a:t>This PC</a:t>
            </a:r>
            <a:r>
              <a:rPr lang="en-IN" sz="1900" dirty="0"/>
              <a:t> → </a:t>
            </a:r>
            <a:r>
              <a:rPr lang="en-IN" sz="1900" i="1" dirty="0"/>
              <a:t>Properties</a:t>
            </a:r>
            <a:r>
              <a:rPr lang="en-IN" sz="1900" dirty="0"/>
              <a:t> → </a:t>
            </a:r>
            <a:r>
              <a:rPr lang="en-IN" sz="1900" i="1" dirty="0"/>
              <a:t>Advanced System Settings</a:t>
            </a:r>
            <a:r>
              <a:rPr lang="en-IN" sz="1900" dirty="0"/>
              <a:t> → </a:t>
            </a:r>
            <a:r>
              <a:rPr lang="en-IN" sz="1900" i="1" dirty="0"/>
              <a:t>Environment Variables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b="1" dirty="0"/>
              <a:t>New System Variable:</a:t>
            </a:r>
            <a:endParaRPr lang="en-IN" sz="1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/>
              <a:t>Name: </a:t>
            </a:r>
            <a:r>
              <a:rPr lang="en-IN" sz="1900" dirty="0">
                <a:latin typeface="Courier New" panose="02070309020205020404" pitchFamily="49" charset="0"/>
              </a:rPr>
              <a:t>MAVEN_HOME</a:t>
            </a:r>
            <a:endParaRPr lang="en-IN" sz="19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/>
              <a:t>Value: </a:t>
            </a:r>
            <a:r>
              <a:rPr lang="en-IN" sz="1900" dirty="0">
                <a:latin typeface="Courier New" panose="02070309020205020404" pitchFamily="49" charset="0"/>
              </a:rPr>
              <a:t>C:\Program Files\Apache\Maven\apache-maven-3.9.x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Edit </a:t>
            </a:r>
            <a:r>
              <a:rPr lang="en-IN" sz="1900" b="1" dirty="0"/>
              <a:t>Path</a:t>
            </a:r>
            <a:r>
              <a:rPr lang="en-IN" sz="1900" dirty="0"/>
              <a:t> → Add: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1900" dirty="0">
                <a:latin typeface="Courier New" panose="02070309020205020404" pitchFamily="49" charset="0"/>
              </a:rPr>
              <a:t>%MAVEN_HOME%\bin</a:t>
            </a:r>
          </a:p>
          <a:p>
            <a:pPr>
              <a:buNone/>
            </a:pPr>
            <a:r>
              <a:rPr lang="en-IN" sz="1900" b="1" dirty="0"/>
              <a:t>4️⃣ Verify Installation</a:t>
            </a:r>
            <a:endParaRPr lang="en-IN" sz="19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Open </a:t>
            </a:r>
            <a:r>
              <a:rPr lang="en-IN" sz="1900" i="1" dirty="0"/>
              <a:t>Command Prompt</a:t>
            </a:r>
            <a:r>
              <a:rPr lang="en-IN" sz="1900" dirty="0"/>
              <a:t> → Run: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sz="1900" dirty="0" err="1">
                <a:latin typeface="Courier New" panose="02070309020205020404" pitchFamily="49" charset="0"/>
              </a:rPr>
              <a:t>mvn</a:t>
            </a:r>
            <a:r>
              <a:rPr lang="en-IN" sz="1900" dirty="0">
                <a:latin typeface="Courier New" panose="02070309020205020404" pitchFamily="49" charset="0"/>
              </a:rPr>
              <a:t> -version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900" dirty="0"/>
              <a:t>✅ Should display Maven, Java, and OS details</a:t>
            </a:r>
          </a:p>
        </p:txBody>
      </p:sp>
    </p:spTree>
    <p:extLst>
      <p:ext uri="{BB962C8B-B14F-4D97-AF65-F5344CB8AC3E}">
        <p14:creationId xmlns:p14="http://schemas.microsoft.com/office/powerpoint/2010/main" val="80071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2AC5-89F8-FBF0-D304-DD091740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2D84A3-AC0B-E4A0-3ED5-9ABDDC77F9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  <a:effectLst/>
        </p:spPr>
        <p:txBody>
          <a:bodyPr/>
          <a:lstStyle/>
          <a:p>
            <a:r>
              <a:rPr lang="en-IN" b="1" dirty="0"/>
              <a:t>Kafka &amp; Zookeeper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B5080-7578-271E-E26F-F3E1E2B542FA}"/>
              </a:ext>
            </a:extLst>
          </p:cNvPr>
          <p:cNvSpPr txBox="1"/>
          <p:nvPr/>
        </p:nvSpPr>
        <p:spPr>
          <a:xfrm>
            <a:off x="301752" y="1122632"/>
            <a:ext cx="1439396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1️⃣ Download Kafka</a:t>
            </a:r>
            <a:endParaRPr lang="en-IN" sz="2000" dirty="0"/>
          </a:p>
          <a:p>
            <a:r>
              <a:rPr lang="en-IN" sz="2000" dirty="0"/>
              <a:t>Visit 👉 https://kafka.apache.org/downloads</a:t>
            </a:r>
          </a:p>
          <a:p>
            <a:r>
              <a:rPr lang="en-IN" sz="2000" dirty="0"/>
              <a:t>Under </a:t>
            </a:r>
            <a:r>
              <a:rPr lang="en-IN" sz="2000" i="1" dirty="0"/>
              <a:t>Binary downloads</a:t>
            </a:r>
            <a:r>
              <a:rPr lang="en-IN" sz="2000" dirty="0"/>
              <a:t>, select </a:t>
            </a:r>
            <a:r>
              <a:rPr lang="en-IN" sz="2000" b="1" dirty="0"/>
              <a:t>Scala 2.13 – Kafka 3.x</a:t>
            </a:r>
            <a:endParaRPr lang="en-IN" sz="2000" dirty="0"/>
          </a:p>
          <a:p>
            <a:r>
              <a:rPr lang="en-IN" sz="2000" dirty="0"/>
              <a:t>Download ZIP → Extract to</a:t>
            </a:r>
            <a:br>
              <a:rPr lang="en-IN" sz="2000" dirty="0"/>
            </a:br>
            <a:r>
              <a:rPr lang="en-IN" sz="2000" dirty="0"/>
              <a:t>C:\kafka</a:t>
            </a:r>
          </a:p>
          <a:p>
            <a:endParaRPr lang="en-IN" sz="2000" dirty="0"/>
          </a:p>
          <a:p>
            <a:r>
              <a:rPr lang="en-IN" sz="2000" b="1" dirty="0"/>
              <a:t>2️⃣ Configure Zookeeper</a:t>
            </a:r>
            <a:endParaRPr lang="en-IN" sz="2000" dirty="0"/>
          </a:p>
          <a:p>
            <a:r>
              <a:rPr lang="en-IN" sz="2000" dirty="0"/>
              <a:t>Open: C:\kafka\config\zookeeper.properties</a:t>
            </a:r>
          </a:p>
          <a:p>
            <a:r>
              <a:rPr lang="en-IN" sz="2000" dirty="0"/>
              <a:t>Verify or update:</a:t>
            </a:r>
          </a:p>
          <a:p>
            <a:r>
              <a:rPr lang="en-IN" sz="2000" dirty="0" err="1"/>
              <a:t>dataDir</a:t>
            </a:r>
            <a:r>
              <a:rPr lang="en-IN" sz="2000" dirty="0"/>
              <a:t>=C:\kafka\data\zookeeper</a:t>
            </a:r>
          </a:p>
          <a:p>
            <a:endParaRPr lang="en-IN" sz="2000" dirty="0"/>
          </a:p>
          <a:p>
            <a:r>
              <a:rPr lang="en-IN" sz="2000" b="1" dirty="0"/>
              <a:t>3️⃣ Configure Kafka Broker</a:t>
            </a:r>
            <a:endParaRPr lang="en-IN" sz="2000" dirty="0"/>
          </a:p>
          <a:p>
            <a:r>
              <a:rPr lang="en-IN" sz="2000" dirty="0"/>
              <a:t>Open: C:\kafka\config\server.properties</a:t>
            </a:r>
          </a:p>
          <a:p>
            <a:r>
              <a:rPr lang="en-IN" sz="2000" dirty="0"/>
              <a:t>Verify or update:</a:t>
            </a:r>
          </a:p>
          <a:p>
            <a:r>
              <a:rPr lang="en-IN" sz="2000" dirty="0" err="1"/>
              <a:t>log.dirs</a:t>
            </a:r>
            <a:r>
              <a:rPr lang="en-IN" sz="2000" dirty="0"/>
              <a:t>=C:\kafka\logs</a:t>
            </a:r>
          </a:p>
          <a:p>
            <a:pPr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52247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23971-9E8F-E019-88F6-2D782E50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EFF6C7-C09C-07F0-95C0-D473D5284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" y="301752"/>
            <a:ext cx="11585448" cy="430887"/>
          </a:xfrm>
          <a:effectLst/>
        </p:spPr>
        <p:txBody>
          <a:bodyPr/>
          <a:lstStyle/>
          <a:p>
            <a:r>
              <a:rPr lang="en-IN" b="1" dirty="0"/>
              <a:t>Kafka &amp; Zookeeper (Contd..)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A628C-27A7-8A6B-6B92-49C381CCFF86}"/>
              </a:ext>
            </a:extLst>
          </p:cNvPr>
          <p:cNvSpPr txBox="1"/>
          <p:nvPr/>
        </p:nvSpPr>
        <p:spPr>
          <a:xfrm>
            <a:off x="301752" y="1122632"/>
            <a:ext cx="1439396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4️⃣ Start Zookeeper</a:t>
            </a:r>
            <a:endParaRPr lang="en-IN" sz="2000" dirty="0"/>
          </a:p>
          <a:p>
            <a:r>
              <a:rPr lang="en-IN" sz="2000" dirty="0"/>
              <a:t>Open </a:t>
            </a:r>
            <a:r>
              <a:rPr lang="en-IN" sz="2000" i="1" dirty="0"/>
              <a:t>Command Prompt</a:t>
            </a:r>
            <a:r>
              <a:rPr lang="en-IN" sz="2000" dirty="0"/>
              <a:t> →</a:t>
            </a:r>
          </a:p>
          <a:p>
            <a:r>
              <a:rPr lang="en-IN" sz="2000" dirty="0"/>
              <a:t>cd C:\kafka</a:t>
            </a:r>
          </a:p>
          <a:p>
            <a:r>
              <a:rPr lang="en-IN" sz="2000" dirty="0"/>
              <a:t>.\bin\windows\zookeeper-server-start.bat .\config\</a:t>
            </a:r>
            <a:r>
              <a:rPr lang="en-IN" sz="2000" dirty="0" err="1"/>
              <a:t>zookeeper.properties</a:t>
            </a:r>
            <a:endParaRPr lang="en-IN" sz="2000" dirty="0"/>
          </a:p>
          <a:p>
            <a:endParaRPr lang="en-IN" sz="2000" dirty="0"/>
          </a:p>
          <a:p>
            <a:r>
              <a:rPr lang="en-IN" sz="2000" b="1" dirty="0"/>
              <a:t>5️⃣ Start Kafka Server</a:t>
            </a:r>
            <a:endParaRPr lang="en-IN" sz="2000" dirty="0"/>
          </a:p>
          <a:p>
            <a:r>
              <a:rPr lang="en-IN" sz="2000" dirty="0"/>
              <a:t>Open a new </a:t>
            </a:r>
            <a:r>
              <a:rPr lang="en-IN" sz="2000" i="1" dirty="0"/>
              <a:t>Command Prompt</a:t>
            </a:r>
            <a:r>
              <a:rPr lang="en-IN" sz="2000" dirty="0"/>
              <a:t> →</a:t>
            </a:r>
          </a:p>
          <a:p>
            <a:r>
              <a:rPr lang="en-IN" sz="2000" dirty="0"/>
              <a:t>cd C:\kafka</a:t>
            </a:r>
          </a:p>
          <a:p>
            <a:r>
              <a:rPr lang="en-IN" sz="2000" dirty="0"/>
              <a:t>.\bin\windows\kafka-server-start.bat .\config\</a:t>
            </a:r>
            <a:r>
              <a:rPr lang="en-IN" sz="2000" dirty="0" err="1"/>
              <a:t>server.properties</a:t>
            </a:r>
            <a:endParaRPr lang="en-IN" sz="2000" dirty="0"/>
          </a:p>
          <a:p>
            <a:endParaRPr lang="en-IN" sz="2000" dirty="0"/>
          </a:p>
          <a:p>
            <a:r>
              <a:rPr lang="en-IN" sz="2000" b="1" dirty="0"/>
              <a:t>6️⃣ Test Setup (Optional)</a:t>
            </a:r>
            <a:endParaRPr lang="en-IN" sz="2000" dirty="0"/>
          </a:p>
          <a:p>
            <a:r>
              <a:rPr lang="en-IN" sz="2000" dirty="0"/>
              <a:t>Create a topic:</a:t>
            </a:r>
          </a:p>
          <a:p>
            <a:r>
              <a:rPr lang="en-IN" sz="2000" dirty="0"/>
              <a:t>.\bin\windows\kafka-topics.bat --create --topic test --bootstrap-server localhost:9092</a:t>
            </a:r>
          </a:p>
          <a:p>
            <a:r>
              <a:rPr lang="en-IN" sz="2000" dirty="0"/>
              <a:t>Run producer &amp; consumer:</a:t>
            </a:r>
          </a:p>
          <a:p>
            <a:r>
              <a:rPr lang="en-IN" sz="2000" dirty="0"/>
              <a:t>.\bin\windows\kafka-console-producer.bat --topic test --bootstrap-server localhost:9092</a:t>
            </a:r>
          </a:p>
          <a:p>
            <a:r>
              <a:rPr lang="en-IN" sz="2000" dirty="0"/>
              <a:t>.\bin\windows\kafka-console-consumer.bat --topic test --from-beginning --bootstrap-s</a:t>
            </a:r>
          </a:p>
          <a:p>
            <a:pPr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80424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imsonLogic">
      <a:dk1>
        <a:srgbClr val="000000"/>
      </a:dk1>
      <a:lt1>
        <a:srgbClr val="FFFFFF"/>
      </a:lt1>
      <a:dk2>
        <a:srgbClr val="FF0000"/>
      </a:dk2>
      <a:lt2>
        <a:srgbClr val="F7F7F7"/>
      </a:lt2>
      <a:accent1>
        <a:srgbClr val="236EC3"/>
      </a:accent1>
      <a:accent2>
        <a:srgbClr val="03A032"/>
      </a:accent2>
      <a:accent3>
        <a:srgbClr val="077FA1"/>
      </a:accent3>
      <a:accent4>
        <a:srgbClr val="5A913D"/>
      </a:accent4>
      <a:accent5>
        <a:srgbClr val="F0BC00"/>
      </a:accent5>
      <a:accent6>
        <a:srgbClr val="C54A31"/>
      </a:accent6>
      <a:hlink>
        <a:srgbClr val="FF0000"/>
      </a:hlink>
      <a:folHlink>
        <a:srgbClr val="FF0000"/>
      </a:folHlink>
    </a:clrScheme>
    <a:fontScheme name="CrimsonLogic Default">
      <a:majorFont>
        <a:latin typeface="Silka"/>
        <a:ea typeface=""/>
        <a:cs typeface=""/>
      </a:majorFont>
      <a:minorFont>
        <a:latin typeface="Silk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0F5D5B869EF4E9C256AFFCFE236A7" ma:contentTypeVersion="15" ma:contentTypeDescription="Create a new document." ma:contentTypeScope="" ma:versionID="04be0675c1baa29f3b9ca3119728daf6">
  <xsd:schema xmlns:xsd="http://www.w3.org/2001/XMLSchema" xmlns:xs="http://www.w3.org/2001/XMLSchema" xmlns:p="http://schemas.microsoft.com/office/2006/metadata/properties" xmlns:ns1="http://schemas.microsoft.com/sharepoint/v3" xmlns:ns2="1d7d40cc-431b-4ea5-9f5a-5d005210a741" xmlns:ns3="e71f85d8-1b1a-4359-b92e-3a8c30dfd25e" xmlns:ns4="e9e80d09-fbab-4181-99bc-2c84cbea2c56" targetNamespace="http://schemas.microsoft.com/office/2006/metadata/properties" ma:root="true" ma:fieldsID="d1719cd143257e73a44aaaa2a182a195" ns1:_="" ns2:_="" ns3:_="" ns4:_="">
    <xsd:import namespace="http://schemas.microsoft.com/sharepoint/v3"/>
    <xsd:import namespace="1d7d40cc-431b-4ea5-9f5a-5d005210a741"/>
    <xsd:import namespace="e71f85d8-1b1a-4359-b92e-3a8c30dfd25e"/>
    <xsd:import namespace="e9e80d09-fbab-4181-99bc-2c84cbea2c5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SharedWithUsers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EventHashCode" minOccurs="0"/>
                <xsd:element ref="ns4:MediaServiceGenerationTime" minOccurs="0"/>
                <xsd:element ref="ns1:_ip_UnifiedCompliancePolicyProperties" minOccurs="0"/>
                <xsd:element ref="ns1:_ip_UnifiedCompliancePolicyUIAction" minOccurs="0"/>
                <xsd:element ref="ns4:MediaServiceSearchProperties" minOccurs="0"/>
                <xsd:element ref="ns4:MediaServiceObjectDetectorVersions" minOccurs="0"/>
                <xsd:element ref="ns4:lcf76f155ced4ddcb4097134ff3c332f" minOccurs="0"/>
                <xsd:element ref="ns2:TaxCatchAll" minOccurs="0"/>
                <xsd:element ref="ns4:MediaServiceDateTaken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7d40cc-431b-4ea5-9f5a-5d005210a741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3" nillable="true" ma:displayName="Taxonomy Catch All Column" ma:hidden="true" ma:list="{6a5d8bfd-c33d-456c-b8f5-159469565d6a}" ma:internalName="TaxCatchAll" ma:showField="CatchAllData" ma:web="1d7d40cc-431b-4ea5-9f5a-5d005210a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f85d8-1b1a-4359-b92e-3a8c30dfd25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e80d09-fbab-4181-99bc-2c84cbea2c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41bff25-b350-4bc5-a777-ee54b84236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d7d40cc-431b-4ea5-9f5a-5d005210a741" xsi:nil="true"/>
    <lcf76f155ced4ddcb4097134ff3c332f xmlns="e9e80d09-fbab-4181-99bc-2c84cbea2c56">
      <Terms xmlns="http://schemas.microsoft.com/office/infopath/2007/PartnerControls"/>
    </lcf76f155ced4ddcb4097134ff3c332f>
    <_dlc_DocId xmlns="1d7d40cc-431b-4ea5-9f5a-5d005210a741">WH2K7F4X6SMT-1206557475-3817</_dlc_DocId>
    <_dlc_DocIdUrl xmlns="1d7d40cc-431b-4ea5-9f5a-5d005210a741">
      <Url>https://clintune.sharepoint.com/teams/GTS/PMO/_layouts/15/DocIdRedir.aspx?ID=WH2K7F4X6SMT-1206557475-3817</Url>
      <Description>WH2K7F4X6SMT-1206557475-3817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8F209BE-29F0-4ED4-850A-5A84160C4EFF}">
  <ds:schemaRefs>
    <ds:schemaRef ds:uri="1d7d40cc-431b-4ea5-9f5a-5d005210a741"/>
    <ds:schemaRef ds:uri="e71f85d8-1b1a-4359-b92e-3a8c30dfd25e"/>
    <ds:schemaRef ds:uri="e9e80d09-fbab-4181-99bc-2c84cbea2c5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40146BC-3941-4B4F-A084-5A2AE26BD0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53D698-0A73-486C-92F8-580B5DB0648B}">
  <ds:schemaRefs>
    <ds:schemaRef ds:uri="1d7d40cc-431b-4ea5-9f5a-5d005210a741"/>
    <ds:schemaRef ds:uri="e71f85d8-1b1a-4359-b92e-3a8c30dfd25e"/>
    <ds:schemaRef ds:uri="e9e80d09-fbab-4181-99bc-2c84cbea2c5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A8997D52-B560-43F7-8241-32467C9D13D8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4831</TotalTime>
  <Words>1112</Words>
  <Application>Microsoft Office PowerPoint</Application>
  <PresentationFormat>Widescreen</PresentationFormat>
  <Paragraphs>133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Century Gothic</vt:lpstr>
      <vt:lpstr>Silka SemiBold</vt:lpstr>
      <vt:lpstr>Courier New</vt:lpstr>
      <vt:lpstr>Wingdings</vt:lpstr>
      <vt:lpstr>Calibri</vt:lpstr>
      <vt:lpstr>Arial</vt:lpstr>
      <vt:lpstr>Silka</vt:lpstr>
      <vt:lpstr>Silka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CrimsonLogic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Koh</dc:creator>
  <cp:lastModifiedBy>Swapna R</cp:lastModifiedBy>
  <cp:revision>296</cp:revision>
  <dcterms:created xsi:type="dcterms:W3CDTF">2023-08-28T03:26:23Z</dcterms:created>
  <dcterms:modified xsi:type="dcterms:W3CDTF">2025-11-18T10:08:33Z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0x0101007CD0F5D5B869EF4E9C256AFFCFE236A7</vt:lpwstr>
  </property>
  <property fmtid="{D5CDD505-2E9C-101B-9397-08002B2CF9AE}" pid="3" name="MediaServiceImageTags">
    <vt:lpwstr/>
  </property>
  <property fmtid="{D5CDD505-2E9C-101B-9397-08002B2CF9AE}" pid="4" name="_dlc_DocIdItemGuid">
    <vt:lpwstr>219b2619-a33e-4de1-b59a-5750eb1cc2c6</vt:lpwstr>
  </property>
</Properties>
</file>