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Some Top Niches Using Kafka for Real-Time Data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E-Commerce</a:t>
            </a:r>
          </a:p>
          <a:p>
            <a:r>
              <a:t>• Orders, Recommendations, Inventory</a:t>
            </a:r>
          </a:p>
          <a:p>
            <a:br/>
            <a:pPr/>
            <a:r>
              <a:t>Banking &amp; Finance</a:t>
            </a:r>
            <a:br/>
            <a:r>
              <a:t>• Fraud detection, Transactions</a:t>
            </a:r>
          </a:p>
          <a:p>
            <a:br/>
            <a:pPr/>
            <a:r>
              <a:t>Digital Port / Logistics</a:t>
            </a:r>
            <a:br/>
            <a:r>
              <a:t>• Vessel tracking, Container updates</a:t>
            </a:r>
          </a:p>
          <a:p>
            <a:br/>
            <a:pPr/>
            <a:r>
              <a:t>Telecom</a:t>
            </a:r>
            <a:br/>
            <a:r>
              <a:t>• Network monitoring, Call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Social Media</a:t>
            </a:r>
          </a:p>
          <a:p>
            <a:r>
              <a:t>• Feeds, Notifications</a:t>
            </a:r>
          </a:p>
          <a:p>
            <a:br/>
            <a:pPr/>
            <a:r>
              <a:t>Healthcare</a:t>
            </a:r>
            <a:br/>
            <a:r>
              <a:t>• Patient monitoring</a:t>
            </a:r>
          </a:p>
          <a:p>
            <a:br/>
            <a:pPr/>
            <a:r>
              <a:t>IoT / Smart Systems</a:t>
            </a:r>
            <a:br/>
            <a:r>
              <a:t>• Sensors, Smart cities</a:t>
            </a:r>
          </a:p>
          <a:p>
            <a:br/>
            <a:pPr/>
            <a:r>
              <a:t>Streaming Platforms</a:t>
            </a:r>
            <a:br/>
            <a:r>
              <a:t>• Recommendations,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Kafka powers real-time, scalable, event-driven systems across industries.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